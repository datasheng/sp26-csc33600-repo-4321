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y="5143500" cx="9144000"/>
  <p:notesSz cx="6858000" cy="9144000"/>
  <p:embeddedFontLst>
    <p:embeddedFont>
      <p:font typeface="DM Serif Display"/>
      <p:regular r:id="rId20"/>
      <p: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70FECFA-86FB-45EE-959C-1DD19C58F5D1}">
  <a:tblStyle styleId="{670FECFA-86FB-45EE-959C-1DD19C58F5D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DMSerifDisplay-regular.fntdata"/><Relationship Id="rId11" Type="http://schemas.openxmlformats.org/officeDocument/2006/relationships/slide" Target="slides/slide4.xml"/><Relationship Id="rId10" Type="http://schemas.openxmlformats.org/officeDocument/2006/relationships/slide" Target="slides/slide3.xml"/><Relationship Id="rId21" Type="http://schemas.openxmlformats.org/officeDocument/2006/relationships/font" Target="fonts/DMSerifDisplay-italic.fntdata"/><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slide" Target="slides/slide12.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018212048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d018212048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d018212048_2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g3d018212048_2_2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d018212048_2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g3d018212048_2_10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d018212048_2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g3d018212048_2_1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960a3b611c_6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g3960a3b611c_6_2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960a3b611c_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960a3b611c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d018212048_2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g3d018212048_2_19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960a3b611c_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g3960a3b611c_2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d018212048_2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g3d018212048_2_1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d018212048_2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g3d018212048_2_1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d018212048_2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g3d018212048_2_2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d018212048_2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g3d018212048_2_27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69" name="Google Shape;69;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1" name="Google Shape;81;p18"/>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2" name="Google Shape;82;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88" name="Google Shape;88;p19"/>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89" name="Google Shape;89;p19"/>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90" name="Google Shape;90;p19"/>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91" name="Google Shape;91;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02" name="Google Shape;102;p21"/>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03" name="Google Shape;103;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idx="2" type="pic"/>
          </p:nvPr>
        </p:nvSpPr>
        <p:spPr>
          <a:xfrm>
            <a:off x="896144" y="306388"/>
            <a:ext cx="2743200" cy="2057400"/>
          </a:xfrm>
          <a:prstGeom prst="rect">
            <a:avLst/>
          </a:prstGeom>
          <a:noFill/>
          <a:ln>
            <a:noFill/>
          </a:ln>
        </p:spPr>
      </p:sp>
      <p:sp>
        <p:nvSpPr>
          <p:cNvPr id="109" name="Google Shape;109;p22"/>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10" name="Google Shape;110;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16" name="Google Shape;116;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2" name="Google Shape;122;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2.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mt="50000"/>
            </a:blip>
            <a:stretch>
              <a:fillRect b="0" l="0" r="0" t="0"/>
            </a:stretch>
          </a:blipFill>
          <a:ln>
            <a:noFill/>
          </a:ln>
        </p:spPr>
      </p:sp>
      <p:sp>
        <p:nvSpPr>
          <p:cNvPr id="130" name="Google Shape;130;p25"/>
          <p:cNvSpPr txBox="1"/>
          <p:nvPr/>
        </p:nvSpPr>
        <p:spPr>
          <a:xfrm>
            <a:off x="2242957" y="1551052"/>
            <a:ext cx="4658100" cy="969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 sz="6300">
                <a:latin typeface="DM Serif Display"/>
                <a:ea typeface="DM Serif Display"/>
                <a:cs typeface="DM Serif Display"/>
                <a:sym typeface="DM Serif Display"/>
              </a:rPr>
              <a:t>ChefConnect</a:t>
            </a:r>
            <a:endParaRPr sz="100"/>
          </a:p>
        </p:txBody>
      </p:sp>
      <p:sp>
        <p:nvSpPr>
          <p:cNvPr id="131" name="Google Shape;131;p25"/>
          <p:cNvSpPr txBox="1"/>
          <p:nvPr/>
        </p:nvSpPr>
        <p:spPr>
          <a:xfrm>
            <a:off x="2090271" y="2664166"/>
            <a:ext cx="4963500" cy="1848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lang="en" sz="1200"/>
              <a:t>Professional Cooking At Home</a:t>
            </a:r>
            <a:endParaRPr sz="700"/>
          </a:p>
        </p:txBody>
      </p:sp>
      <p:sp>
        <p:nvSpPr>
          <p:cNvPr id="132" name="Google Shape;132;p25"/>
          <p:cNvSpPr txBox="1"/>
          <p:nvPr/>
        </p:nvSpPr>
        <p:spPr>
          <a:xfrm>
            <a:off x="2501244" y="4296875"/>
            <a:ext cx="4141500" cy="517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
                <a:latin typeface="DM Serif Display"/>
                <a:ea typeface="DM Serif Display"/>
                <a:cs typeface="DM Serif Display"/>
                <a:sym typeface="DM Serif Display"/>
              </a:rPr>
              <a:t>By: Stephan Pierre, Jeremias </a:t>
            </a:r>
            <a:r>
              <a:rPr lang="en">
                <a:latin typeface="DM Serif Display"/>
                <a:ea typeface="DM Serif Display"/>
                <a:cs typeface="DM Serif Display"/>
                <a:sym typeface="DM Serif Display"/>
              </a:rPr>
              <a:t>Batista</a:t>
            </a:r>
            <a:r>
              <a:rPr lang="en">
                <a:latin typeface="DM Serif Display"/>
                <a:ea typeface="DM Serif Display"/>
                <a:cs typeface="DM Serif Display"/>
                <a:sym typeface="DM Serif Display"/>
              </a:rPr>
              <a:t>, Munif Wahid, Isaac Amos, Karim Khalil, Nelson Acero</a:t>
            </a:r>
            <a:endParaRPr sz="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mt="50000"/>
            </a:blip>
            <a:stretch>
              <a:fillRect b="0" l="0" r="0" t="0"/>
            </a:stretch>
          </a:blipFill>
          <a:ln>
            <a:noFill/>
          </a:ln>
        </p:spPr>
      </p:sp>
      <p:cxnSp>
        <p:nvCxnSpPr>
          <p:cNvPr id="138" name="Google Shape;138;p26"/>
          <p:cNvCxnSpPr/>
          <p:nvPr/>
        </p:nvCxnSpPr>
        <p:spPr>
          <a:xfrm>
            <a:off x="583200" y="514350"/>
            <a:ext cx="343662" cy="0"/>
          </a:xfrm>
          <a:prstGeom prst="straightConnector1">
            <a:avLst/>
          </a:prstGeom>
          <a:noFill/>
          <a:ln cap="flat" cmpd="sng" w="76200">
            <a:solidFill>
              <a:srgbClr val="000000"/>
            </a:solidFill>
            <a:prstDash val="solid"/>
            <a:round/>
            <a:headEnd len="sm" w="sm" type="none"/>
            <a:tailEnd len="sm" w="sm" type="none"/>
          </a:ln>
        </p:spPr>
      </p:cxnSp>
      <p:sp>
        <p:nvSpPr>
          <p:cNvPr id="139" name="Google Shape;139;p26"/>
          <p:cNvSpPr txBox="1"/>
          <p:nvPr/>
        </p:nvSpPr>
        <p:spPr>
          <a:xfrm>
            <a:off x="583200" y="616925"/>
            <a:ext cx="2614200" cy="4926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lang="en" sz="3200">
                <a:latin typeface="DM Serif Display"/>
                <a:ea typeface="DM Serif Display"/>
                <a:cs typeface="DM Serif Display"/>
                <a:sym typeface="DM Serif Display"/>
              </a:rPr>
              <a:t>Member Roles</a:t>
            </a:r>
            <a:endParaRPr sz="700"/>
          </a:p>
        </p:txBody>
      </p:sp>
      <p:sp>
        <p:nvSpPr>
          <p:cNvPr id="140" name="Google Shape;140;p26"/>
          <p:cNvSpPr txBox="1"/>
          <p:nvPr/>
        </p:nvSpPr>
        <p:spPr>
          <a:xfrm>
            <a:off x="6835563" y="4571048"/>
            <a:ext cx="1725300" cy="123000"/>
          </a:xfrm>
          <a:prstGeom prst="rect">
            <a:avLst/>
          </a:prstGeom>
          <a:noFill/>
          <a:ln>
            <a:noFill/>
          </a:ln>
        </p:spPr>
        <p:txBody>
          <a:bodyPr anchorCtr="0" anchor="t" bIns="0" lIns="0" spcFirstLastPara="1" rIns="0" wrap="square" tIns="0">
            <a:spAutoFit/>
          </a:bodyPr>
          <a:lstStyle/>
          <a:p>
            <a:pPr indent="0" lvl="0" marL="0" marR="0" rtl="0" algn="r">
              <a:lnSpc>
                <a:spcPct val="140025"/>
              </a:lnSpc>
              <a:spcBef>
                <a:spcPts val="0"/>
              </a:spcBef>
              <a:spcAft>
                <a:spcPts val="0"/>
              </a:spcAft>
              <a:buNone/>
            </a:pPr>
            <a:r>
              <a:rPr lang="en" sz="800"/>
              <a:t>2</a:t>
            </a:r>
            <a:endParaRPr sz="700"/>
          </a:p>
        </p:txBody>
      </p:sp>
      <p:grpSp>
        <p:nvGrpSpPr>
          <p:cNvPr id="141" name="Google Shape;141;p26"/>
          <p:cNvGrpSpPr/>
          <p:nvPr/>
        </p:nvGrpSpPr>
        <p:grpSpPr>
          <a:xfrm>
            <a:off x="1638978" y="1800174"/>
            <a:ext cx="1864807" cy="1864807"/>
            <a:chOff x="92185" y="-6282"/>
            <a:chExt cx="812800" cy="812800"/>
          </a:xfrm>
        </p:grpSpPr>
        <p:sp>
          <p:nvSpPr>
            <p:cNvPr id="142" name="Google Shape;142;p26"/>
            <p:cNvSpPr/>
            <p:nvPr/>
          </p:nvSpPr>
          <p:spPr>
            <a:xfrm>
              <a:off x="92185" y="-6282"/>
              <a:ext cx="812800" cy="812800"/>
            </a:xfrm>
            <a:custGeom>
              <a:rect b="b" l="l" r="r" t="t"/>
              <a:pathLst>
                <a:path extrusionOk="0" h="812800" w="812800">
                  <a:moveTo>
                    <a:pt x="127000" y="0"/>
                  </a:moveTo>
                  <a:lnTo>
                    <a:pt x="685800" y="0"/>
                  </a:lnTo>
                  <a:cubicBezTo>
                    <a:pt x="755940" y="0"/>
                    <a:pt x="812800" y="56860"/>
                    <a:pt x="812800" y="127000"/>
                  </a:cubicBezTo>
                  <a:lnTo>
                    <a:pt x="812800" y="685800"/>
                  </a:lnTo>
                  <a:cubicBezTo>
                    <a:pt x="812800" y="755940"/>
                    <a:pt x="755940" y="812800"/>
                    <a:pt x="685800" y="812800"/>
                  </a:cubicBezTo>
                  <a:lnTo>
                    <a:pt x="127000" y="812800"/>
                  </a:lnTo>
                  <a:cubicBezTo>
                    <a:pt x="56860" y="812800"/>
                    <a:pt x="0" y="755940"/>
                    <a:pt x="0" y="685800"/>
                  </a:cubicBezTo>
                  <a:lnTo>
                    <a:pt x="0" y="127000"/>
                  </a:lnTo>
                  <a:cubicBezTo>
                    <a:pt x="0" y="56860"/>
                    <a:pt x="56860" y="0"/>
                    <a:pt x="127000" y="0"/>
                  </a:cubicBezTo>
                  <a:close/>
                </a:path>
              </a:pathLst>
            </a:custGeom>
            <a:solidFill>
              <a:srgbClr val="FFFFFF">
                <a:alpha val="49800"/>
              </a:srgbClr>
            </a:solidFill>
            <a:ln cap="rnd" cmpd="sng" w="31850">
              <a:solidFill>
                <a:srgbClr val="000000">
                  <a:alpha val="49800"/>
                </a:srgbClr>
              </a:solidFill>
              <a:prstDash val="solid"/>
              <a:round/>
              <a:headEnd len="sm" w="sm" type="none"/>
              <a:tailEnd len="sm" w="sm" type="none"/>
            </a:ln>
          </p:spPr>
          <p:txBody>
            <a:bodyPr anchorCtr="0" anchor="ctr" bIns="50975" lIns="50975" spcFirstLastPara="1" rIns="50975" wrap="square" tIns="50975">
              <a:noAutofit/>
            </a:bodyPr>
            <a:lstStyle/>
            <a:p>
              <a:pPr indent="0" lvl="0" marL="0" rtl="0" algn="l">
                <a:spcBef>
                  <a:spcPts val="0"/>
                </a:spcBef>
                <a:spcAft>
                  <a:spcPts val="0"/>
                </a:spcAft>
                <a:buNone/>
              </a:pPr>
              <a:r>
                <a:t/>
              </a:r>
              <a:endParaRPr/>
            </a:p>
          </p:txBody>
        </p:sp>
        <p:sp>
          <p:nvSpPr>
            <p:cNvPr id="143" name="Google Shape;143;p26"/>
            <p:cNvSpPr txBox="1"/>
            <p:nvPr/>
          </p:nvSpPr>
          <p:spPr>
            <a:xfrm>
              <a:off x="92233" y="167775"/>
              <a:ext cx="812700" cy="427800"/>
            </a:xfrm>
            <a:prstGeom prst="rect">
              <a:avLst/>
            </a:prstGeom>
            <a:noFill/>
            <a:ln>
              <a:noFill/>
            </a:ln>
          </p:spPr>
          <p:txBody>
            <a:bodyPr anchorCtr="0" anchor="ctr" bIns="28300" lIns="28300" spcFirstLastPara="1" rIns="28300" wrap="square" tIns="28300">
              <a:noAutofit/>
            </a:bodyPr>
            <a:lstStyle/>
            <a:p>
              <a:pPr indent="0" lvl="0" marL="0" rtl="0" algn="ctr">
                <a:spcBef>
                  <a:spcPts val="0"/>
                </a:spcBef>
                <a:spcAft>
                  <a:spcPts val="0"/>
                </a:spcAft>
                <a:buClr>
                  <a:schemeClr val="dk1"/>
                </a:buClr>
                <a:buSzPts val="1226"/>
                <a:buFont typeface="Arial"/>
                <a:buNone/>
              </a:pPr>
              <a:r>
                <a:rPr lang="en" sz="1583" u="sng">
                  <a:solidFill>
                    <a:schemeClr val="dk1"/>
                  </a:solidFill>
                  <a:latin typeface="DM Serif Display"/>
                  <a:ea typeface="DM Serif Display"/>
                  <a:cs typeface="DM Serif Display"/>
                  <a:sym typeface="DM Serif Display"/>
                </a:rPr>
                <a:t>FRONTEND</a:t>
              </a:r>
              <a:endParaRPr sz="1583" u="sng">
                <a:solidFill>
                  <a:schemeClr val="dk1"/>
                </a:solidFill>
                <a:latin typeface="DM Serif Display"/>
                <a:ea typeface="DM Serif Display"/>
                <a:cs typeface="DM Serif Display"/>
                <a:sym typeface="DM Serif Display"/>
              </a:endParaRPr>
            </a:p>
            <a:p>
              <a:pPr indent="0" lvl="0" marL="0" rtl="0" algn="ctr">
                <a:spcBef>
                  <a:spcPts val="0"/>
                </a:spcBef>
                <a:spcAft>
                  <a:spcPts val="0"/>
                </a:spcAft>
                <a:buClr>
                  <a:schemeClr val="dk1"/>
                </a:buClr>
                <a:buSzPts val="1226"/>
                <a:buFont typeface="Arial"/>
                <a:buNone/>
              </a:pPr>
              <a:r>
                <a:t/>
              </a:r>
              <a:endParaRPr sz="1583">
                <a:solidFill>
                  <a:schemeClr val="dk1"/>
                </a:solidFill>
                <a:latin typeface="DM Serif Display"/>
                <a:ea typeface="DM Serif Display"/>
                <a:cs typeface="DM Serif Display"/>
                <a:sym typeface="DM Serif Display"/>
              </a:endParaRPr>
            </a:p>
            <a:p>
              <a:pPr indent="0" lvl="0" marL="0" rtl="0" algn="ctr">
                <a:spcBef>
                  <a:spcPts val="0"/>
                </a:spcBef>
                <a:spcAft>
                  <a:spcPts val="0"/>
                </a:spcAft>
                <a:buClr>
                  <a:schemeClr val="dk1"/>
                </a:buClr>
                <a:buSzPts val="1226"/>
                <a:buFont typeface="Arial"/>
                <a:buNone/>
              </a:pPr>
              <a:r>
                <a:rPr lang="en" sz="1583">
                  <a:solidFill>
                    <a:schemeClr val="dk1"/>
                  </a:solidFill>
                  <a:latin typeface="DM Serif Display"/>
                  <a:ea typeface="DM Serif Display"/>
                  <a:cs typeface="DM Serif Display"/>
                  <a:sym typeface="DM Serif Display"/>
                </a:rPr>
                <a:t>Karim</a:t>
              </a:r>
              <a:endParaRPr sz="1583">
                <a:solidFill>
                  <a:schemeClr val="dk1"/>
                </a:solidFill>
                <a:latin typeface="DM Serif Display"/>
                <a:ea typeface="DM Serif Display"/>
                <a:cs typeface="DM Serif Display"/>
                <a:sym typeface="DM Serif Display"/>
              </a:endParaRPr>
            </a:p>
            <a:p>
              <a:pPr indent="0" lvl="0" marL="0" rtl="0" algn="ctr">
                <a:spcBef>
                  <a:spcPts val="0"/>
                </a:spcBef>
                <a:spcAft>
                  <a:spcPts val="0"/>
                </a:spcAft>
                <a:buClr>
                  <a:schemeClr val="dk1"/>
                </a:buClr>
                <a:buSzPts val="1226"/>
                <a:buFont typeface="Arial"/>
                <a:buNone/>
              </a:pPr>
              <a:r>
                <a:t/>
              </a:r>
              <a:endParaRPr sz="1583">
                <a:solidFill>
                  <a:schemeClr val="dk1"/>
                </a:solidFill>
                <a:latin typeface="DM Serif Display"/>
                <a:ea typeface="DM Serif Display"/>
                <a:cs typeface="DM Serif Display"/>
                <a:sym typeface="DM Serif Display"/>
              </a:endParaRPr>
            </a:p>
            <a:p>
              <a:pPr indent="0" lvl="0" marL="0" rtl="0" algn="ctr">
                <a:spcBef>
                  <a:spcPts val="0"/>
                </a:spcBef>
                <a:spcAft>
                  <a:spcPts val="0"/>
                </a:spcAft>
                <a:buClr>
                  <a:schemeClr val="dk1"/>
                </a:buClr>
                <a:buSzPts val="1226"/>
                <a:buFont typeface="Arial"/>
                <a:buNone/>
              </a:pPr>
              <a:r>
                <a:rPr lang="en" sz="1583">
                  <a:solidFill>
                    <a:schemeClr val="dk1"/>
                  </a:solidFill>
                  <a:latin typeface="DM Serif Display"/>
                  <a:ea typeface="DM Serif Display"/>
                  <a:cs typeface="DM Serif Display"/>
                  <a:sym typeface="DM Serif Display"/>
                </a:rPr>
                <a:t>Jeremias</a:t>
              </a:r>
              <a:endParaRPr sz="1583">
                <a:solidFill>
                  <a:schemeClr val="dk1"/>
                </a:solidFill>
                <a:latin typeface="DM Serif Display"/>
                <a:ea typeface="DM Serif Display"/>
                <a:cs typeface="DM Serif Display"/>
                <a:sym typeface="DM Serif Display"/>
              </a:endParaRPr>
            </a:p>
            <a:p>
              <a:pPr indent="0" lvl="0" marL="0" rtl="0" algn="ctr">
                <a:spcBef>
                  <a:spcPts val="0"/>
                </a:spcBef>
                <a:spcAft>
                  <a:spcPts val="0"/>
                </a:spcAft>
                <a:buClr>
                  <a:schemeClr val="dk1"/>
                </a:buClr>
                <a:buSzPts val="1226"/>
                <a:buFont typeface="Arial"/>
                <a:buNone/>
              </a:pPr>
              <a:r>
                <a:t/>
              </a:r>
              <a:endParaRPr sz="1583">
                <a:solidFill>
                  <a:schemeClr val="dk1"/>
                </a:solidFill>
                <a:latin typeface="DM Serif Display"/>
                <a:ea typeface="DM Serif Display"/>
                <a:cs typeface="DM Serif Display"/>
                <a:sym typeface="DM Serif Display"/>
              </a:endParaRPr>
            </a:p>
            <a:p>
              <a:pPr indent="0" lvl="0" marL="0" rtl="0" algn="ctr">
                <a:spcBef>
                  <a:spcPts val="0"/>
                </a:spcBef>
                <a:spcAft>
                  <a:spcPts val="0"/>
                </a:spcAft>
                <a:buClr>
                  <a:schemeClr val="dk1"/>
                </a:buClr>
                <a:buSzPts val="1226"/>
                <a:buFont typeface="Arial"/>
                <a:buNone/>
              </a:pPr>
              <a:r>
                <a:rPr lang="en" sz="1583">
                  <a:solidFill>
                    <a:schemeClr val="dk1"/>
                  </a:solidFill>
                  <a:latin typeface="DM Serif Display"/>
                  <a:ea typeface="DM Serif Display"/>
                  <a:cs typeface="DM Serif Display"/>
                  <a:sym typeface="DM Serif Display"/>
                </a:rPr>
                <a:t>Isaac </a:t>
              </a:r>
              <a:endParaRPr sz="803">
                <a:solidFill>
                  <a:schemeClr val="dk1"/>
                </a:solidFill>
                <a:latin typeface="Calibri"/>
                <a:ea typeface="Calibri"/>
                <a:cs typeface="Calibri"/>
                <a:sym typeface="Calibri"/>
              </a:endParaRPr>
            </a:p>
          </p:txBody>
        </p:sp>
      </p:grpSp>
      <p:sp>
        <p:nvSpPr>
          <p:cNvPr id="144" name="Google Shape;144;p26"/>
          <p:cNvSpPr/>
          <p:nvPr/>
        </p:nvSpPr>
        <p:spPr>
          <a:xfrm>
            <a:off x="5784775" y="1792775"/>
            <a:ext cx="1920240" cy="1879600"/>
          </a:xfrm>
          <a:custGeom>
            <a:rect b="b" l="l" r="r" t="t"/>
            <a:pathLst>
              <a:path extrusionOk="0" h="812800" w="812800">
                <a:moveTo>
                  <a:pt x="127000" y="0"/>
                </a:moveTo>
                <a:lnTo>
                  <a:pt x="685800" y="0"/>
                </a:lnTo>
                <a:cubicBezTo>
                  <a:pt x="755940" y="0"/>
                  <a:pt x="812800" y="56860"/>
                  <a:pt x="812800" y="127000"/>
                </a:cubicBezTo>
                <a:lnTo>
                  <a:pt x="812800" y="685800"/>
                </a:lnTo>
                <a:cubicBezTo>
                  <a:pt x="812800" y="755940"/>
                  <a:pt x="755940" y="812800"/>
                  <a:pt x="685800" y="812800"/>
                </a:cubicBezTo>
                <a:lnTo>
                  <a:pt x="127000" y="812800"/>
                </a:lnTo>
                <a:cubicBezTo>
                  <a:pt x="56860" y="812800"/>
                  <a:pt x="0" y="755940"/>
                  <a:pt x="0" y="685800"/>
                </a:cubicBezTo>
                <a:lnTo>
                  <a:pt x="0" y="127000"/>
                </a:lnTo>
                <a:cubicBezTo>
                  <a:pt x="0" y="56860"/>
                  <a:pt x="56860" y="0"/>
                  <a:pt x="127000" y="0"/>
                </a:cubicBezTo>
                <a:close/>
              </a:path>
            </a:pathLst>
          </a:custGeom>
          <a:solidFill>
            <a:srgbClr val="FFFFFF">
              <a:alpha val="49800"/>
            </a:srgbClr>
          </a:solidFill>
          <a:ln cap="rnd" cmpd="sng" w="31850">
            <a:solidFill>
              <a:srgbClr val="000000">
                <a:alpha val="49800"/>
              </a:srgbClr>
            </a:solidFill>
            <a:prstDash val="solid"/>
            <a:round/>
            <a:headEnd len="sm" w="sm" type="none"/>
            <a:tailEnd len="sm" w="sm" type="none"/>
          </a:ln>
        </p:spPr>
        <p:txBody>
          <a:bodyPr anchorCtr="0" anchor="ctr" bIns="50975" lIns="50975" spcFirstLastPara="1" rIns="50975" wrap="square" tIns="50975">
            <a:noAutofit/>
          </a:bodyPr>
          <a:lstStyle/>
          <a:p>
            <a:pPr indent="0" lvl="0" marL="0" rtl="0" algn="l">
              <a:spcBef>
                <a:spcPts val="0"/>
              </a:spcBef>
              <a:spcAft>
                <a:spcPts val="0"/>
              </a:spcAft>
              <a:buNone/>
            </a:pPr>
            <a:r>
              <a:t/>
            </a:r>
            <a:endParaRPr/>
          </a:p>
        </p:txBody>
      </p:sp>
      <p:sp>
        <p:nvSpPr>
          <p:cNvPr id="145" name="Google Shape;145;p26"/>
          <p:cNvSpPr txBox="1"/>
          <p:nvPr/>
        </p:nvSpPr>
        <p:spPr>
          <a:xfrm>
            <a:off x="6083850" y="1756375"/>
            <a:ext cx="1322100" cy="1908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u="sng">
                <a:solidFill>
                  <a:schemeClr val="dk1"/>
                </a:solidFill>
                <a:latin typeface="DM Serif Display"/>
                <a:ea typeface="DM Serif Display"/>
                <a:cs typeface="DM Serif Display"/>
                <a:sym typeface="DM Serif Display"/>
              </a:rPr>
              <a:t>BACKEND</a:t>
            </a:r>
            <a:endParaRPr sz="1600" u="sng">
              <a:solidFill>
                <a:schemeClr val="dk1"/>
              </a:solidFill>
              <a:latin typeface="DM Serif Display"/>
              <a:ea typeface="DM Serif Display"/>
              <a:cs typeface="DM Serif Display"/>
              <a:sym typeface="DM Serif Display"/>
            </a:endParaRPr>
          </a:p>
          <a:p>
            <a:pPr indent="0" lvl="0" marL="0" rtl="0" algn="ctr">
              <a:spcBef>
                <a:spcPts val="0"/>
              </a:spcBef>
              <a:spcAft>
                <a:spcPts val="0"/>
              </a:spcAft>
              <a:buNone/>
            </a:pPr>
            <a:r>
              <a:t/>
            </a:r>
            <a:endParaRPr sz="1600">
              <a:solidFill>
                <a:schemeClr val="dk1"/>
              </a:solidFill>
              <a:latin typeface="DM Serif Display"/>
              <a:ea typeface="DM Serif Display"/>
              <a:cs typeface="DM Serif Display"/>
              <a:sym typeface="DM Serif Display"/>
            </a:endParaRPr>
          </a:p>
          <a:p>
            <a:pPr indent="0" lvl="0" marL="0" rtl="0" algn="ctr">
              <a:spcBef>
                <a:spcPts val="0"/>
              </a:spcBef>
              <a:spcAft>
                <a:spcPts val="0"/>
              </a:spcAft>
              <a:buNone/>
            </a:pPr>
            <a:r>
              <a:rPr lang="en" sz="1600">
                <a:solidFill>
                  <a:schemeClr val="dk1"/>
                </a:solidFill>
                <a:latin typeface="DM Serif Display"/>
                <a:ea typeface="DM Serif Display"/>
                <a:cs typeface="DM Serif Display"/>
                <a:sym typeface="DM Serif Display"/>
              </a:rPr>
              <a:t>Stephan</a:t>
            </a:r>
            <a:endParaRPr sz="1600">
              <a:solidFill>
                <a:schemeClr val="dk1"/>
              </a:solidFill>
              <a:latin typeface="DM Serif Display"/>
              <a:ea typeface="DM Serif Display"/>
              <a:cs typeface="DM Serif Display"/>
              <a:sym typeface="DM Serif Display"/>
            </a:endParaRPr>
          </a:p>
          <a:p>
            <a:pPr indent="0" lvl="0" marL="0" rtl="0" algn="ctr">
              <a:spcBef>
                <a:spcPts val="0"/>
              </a:spcBef>
              <a:spcAft>
                <a:spcPts val="0"/>
              </a:spcAft>
              <a:buNone/>
            </a:pPr>
            <a:r>
              <a:t/>
            </a:r>
            <a:endParaRPr sz="1600">
              <a:solidFill>
                <a:schemeClr val="dk1"/>
              </a:solidFill>
              <a:latin typeface="DM Serif Display"/>
              <a:ea typeface="DM Serif Display"/>
              <a:cs typeface="DM Serif Display"/>
              <a:sym typeface="DM Serif Display"/>
            </a:endParaRPr>
          </a:p>
          <a:p>
            <a:pPr indent="0" lvl="0" marL="0" rtl="0" algn="ctr">
              <a:spcBef>
                <a:spcPts val="0"/>
              </a:spcBef>
              <a:spcAft>
                <a:spcPts val="0"/>
              </a:spcAft>
              <a:buNone/>
            </a:pPr>
            <a:r>
              <a:rPr lang="en" sz="1600">
                <a:solidFill>
                  <a:schemeClr val="dk1"/>
                </a:solidFill>
                <a:latin typeface="DM Serif Display"/>
                <a:ea typeface="DM Serif Display"/>
                <a:cs typeface="DM Serif Display"/>
                <a:sym typeface="DM Serif Display"/>
              </a:rPr>
              <a:t>Munif</a:t>
            </a:r>
            <a:endParaRPr sz="1600">
              <a:solidFill>
                <a:schemeClr val="dk1"/>
              </a:solidFill>
              <a:latin typeface="DM Serif Display"/>
              <a:ea typeface="DM Serif Display"/>
              <a:cs typeface="DM Serif Display"/>
              <a:sym typeface="DM Serif Display"/>
            </a:endParaRPr>
          </a:p>
          <a:p>
            <a:pPr indent="0" lvl="0" marL="0" rtl="0" algn="ctr">
              <a:spcBef>
                <a:spcPts val="0"/>
              </a:spcBef>
              <a:spcAft>
                <a:spcPts val="0"/>
              </a:spcAft>
              <a:buNone/>
            </a:pPr>
            <a:r>
              <a:t/>
            </a:r>
            <a:endParaRPr sz="1600">
              <a:solidFill>
                <a:schemeClr val="dk1"/>
              </a:solidFill>
              <a:latin typeface="DM Serif Display"/>
              <a:ea typeface="DM Serif Display"/>
              <a:cs typeface="DM Serif Display"/>
              <a:sym typeface="DM Serif Display"/>
            </a:endParaRPr>
          </a:p>
          <a:p>
            <a:pPr indent="0" lvl="0" marL="0" rtl="0" algn="ctr">
              <a:spcBef>
                <a:spcPts val="0"/>
              </a:spcBef>
              <a:spcAft>
                <a:spcPts val="0"/>
              </a:spcAft>
              <a:buNone/>
            </a:pPr>
            <a:r>
              <a:rPr lang="en" sz="1600">
                <a:solidFill>
                  <a:schemeClr val="dk1"/>
                </a:solidFill>
                <a:latin typeface="DM Serif Display"/>
                <a:ea typeface="DM Serif Display"/>
                <a:cs typeface="DM Serif Display"/>
                <a:sym typeface="DM Serif Display"/>
              </a:rPr>
              <a:t>Nelson</a:t>
            </a:r>
            <a:endParaRPr sz="1600">
              <a:solidFill>
                <a:schemeClr val="dk1"/>
              </a:solidFill>
              <a:latin typeface="DM Serif Display"/>
              <a:ea typeface="DM Serif Display"/>
              <a:cs typeface="DM Serif Display"/>
              <a:sym typeface="DM Serif Display"/>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7"/>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mt="50000"/>
            </a:blip>
            <a:stretch>
              <a:fillRect b="0" l="0" r="0" t="0"/>
            </a:stretch>
          </a:blipFill>
          <a:ln>
            <a:noFill/>
          </a:ln>
        </p:spPr>
      </p:sp>
      <p:sp>
        <p:nvSpPr>
          <p:cNvPr id="151" name="Google Shape;151;p27"/>
          <p:cNvSpPr txBox="1"/>
          <p:nvPr/>
        </p:nvSpPr>
        <p:spPr>
          <a:xfrm>
            <a:off x="1315175" y="1035800"/>
            <a:ext cx="6603300" cy="1071300"/>
          </a:xfrm>
          <a:prstGeom prst="rect">
            <a:avLst/>
          </a:prstGeom>
          <a:noFill/>
          <a:ln>
            <a:noFill/>
          </a:ln>
        </p:spPr>
        <p:txBody>
          <a:bodyPr anchorCtr="0" anchor="t" bIns="0" lIns="0" spcFirstLastPara="1" rIns="0" wrap="square" tIns="0">
            <a:spAutoFit/>
          </a:bodyPr>
          <a:lstStyle/>
          <a:p>
            <a:pPr indent="0" lvl="0" marL="0" marR="0" rtl="0" algn="l">
              <a:lnSpc>
                <a:spcPct val="160021"/>
              </a:lnSpc>
              <a:spcBef>
                <a:spcPts val="0"/>
              </a:spcBef>
              <a:spcAft>
                <a:spcPts val="0"/>
              </a:spcAft>
              <a:buNone/>
            </a:pPr>
            <a:r>
              <a:rPr b="1" lang="en" sz="1200"/>
              <a:t>An app that allows users to purchase local chef service that come in and cook for specific time frames. Users can input cultural meals they want and chefs come in and cook them OR the user can input the ingredients they have and chef make a special cuisine </a:t>
            </a:r>
            <a:r>
              <a:rPr b="1" lang="en" sz="1200"/>
              <a:t>they'd</a:t>
            </a:r>
            <a:r>
              <a:rPr b="1" lang="en" sz="1200"/>
              <a:t> like. (Cuisine Chef &amp; Pantry Chef)</a:t>
            </a:r>
            <a:endParaRPr b="1" sz="500"/>
          </a:p>
        </p:txBody>
      </p:sp>
      <p:sp>
        <p:nvSpPr>
          <p:cNvPr id="152" name="Google Shape;152;p27"/>
          <p:cNvSpPr txBox="1"/>
          <p:nvPr/>
        </p:nvSpPr>
        <p:spPr>
          <a:xfrm>
            <a:off x="4041825" y="519750"/>
            <a:ext cx="1060500" cy="4926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lang="en" sz="3200">
                <a:latin typeface="DM Serif Display"/>
                <a:ea typeface="DM Serif Display"/>
                <a:cs typeface="DM Serif Display"/>
                <a:sym typeface="DM Serif Display"/>
              </a:rPr>
              <a:t>What</a:t>
            </a:r>
            <a:endParaRPr sz="700"/>
          </a:p>
        </p:txBody>
      </p:sp>
      <p:sp>
        <p:nvSpPr>
          <p:cNvPr id="153" name="Google Shape;153;p27"/>
          <p:cNvSpPr txBox="1"/>
          <p:nvPr/>
        </p:nvSpPr>
        <p:spPr>
          <a:xfrm>
            <a:off x="6835563" y="4571048"/>
            <a:ext cx="1725300" cy="136800"/>
          </a:xfrm>
          <a:prstGeom prst="rect">
            <a:avLst/>
          </a:prstGeom>
          <a:noFill/>
          <a:ln>
            <a:noFill/>
          </a:ln>
        </p:spPr>
        <p:txBody>
          <a:bodyPr anchorCtr="0" anchor="t" bIns="0" lIns="0" spcFirstLastPara="1" rIns="0" wrap="square" tIns="0">
            <a:spAutoFit/>
          </a:bodyPr>
          <a:lstStyle/>
          <a:p>
            <a:pPr indent="0" lvl="0" marL="0" marR="0" rtl="0" algn="r">
              <a:lnSpc>
                <a:spcPct val="140025"/>
              </a:lnSpc>
              <a:spcBef>
                <a:spcPts val="0"/>
              </a:spcBef>
              <a:spcAft>
                <a:spcPts val="0"/>
              </a:spcAft>
              <a:buNone/>
            </a:pPr>
            <a:r>
              <a:rPr b="0" i="0" lang="en" sz="800" u="none" cap="none" strike="noStrike">
                <a:solidFill>
                  <a:srgbClr val="000000"/>
                </a:solidFill>
                <a:latin typeface="Arial"/>
                <a:ea typeface="Arial"/>
                <a:cs typeface="Arial"/>
                <a:sym typeface="Arial"/>
              </a:rPr>
              <a:t>3</a:t>
            </a:r>
            <a:endParaRPr sz="700"/>
          </a:p>
        </p:txBody>
      </p:sp>
      <p:cxnSp>
        <p:nvCxnSpPr>
          <p:cNvPr id="154" name="Google Shape;154;p27"/>
          <p:cNvCxnSpPr/>
          <p:nvPr/>
        </p:nvCxnSpPr>
        <p:spPr>
          <a:xfrm>
            <a:off x="4400169" y="357350"/>
            <a:ext cx="343800" cy="0"/>
          </a:xfrm>
          <a:prstGeom prst="straightConnector1">
            <a:avLst/>
          </a:prstGeom>
          <a:noFill/>
          <a:ln cap="flat" cmpd="sng" w="76200">
            <a:solidFill>
              <a:srgbClr val="000000"/>
            </a:solidFill>
            <a:prstDash val="solid"/>
            <a:round/>
            <a:headEnd len="sm" w="sm" type="none"/>
            <a:tailEnd len="sm" w="sm" type="none"/>
          </a:ln>
        </p:spPr>
      </p:cxnSp>
      <p:sp>
        <p:nvSpPr>
          <p:cNvPr id="155" name="Google Shape;155;p27"/>
          <p:cNvSpPr txBox="1"/>
          <p:nvPr/>
        </p:nvSpPr>
        <p:spPr>
          <a:xfrm>
            <a:off x="4041825" y="2130575"/>
            <a:ext cx="10605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200">
                <a:solidFill>
                  <a:schemeClr val="dk1"/>
                </a:solidFill>
                <a:latin typeface="DM Serif Display"/>
                <a:ea typeface="DM Serif Display"/>
                <a:cs typeface="DM Serif Display"/>
                <a:sym typeface="DM Serif Display"/>
              </a:rPr>
              <a:t>Why</a:t>
            </a:r>
            <a:endParaRPr sz="3200">
              <a:solidFill>
                <a:schemeClr val="dk1"/>
              </a:solidFill>
              <a:latin typeface="DM Serif Display"/>
              <a:ea typeface="DM Serif Display"/>
              <a:cs typeface="DM Serif Display"/>
              <a:sym typeface="DM Serif Display"/>
            </a:endParaRPr>
          </a:p>
        </p:txBody>
      </p:sp>
      <p:sp>
        <p:nvSpPr>
          <p:cNvPr id="156" name="Google Shape;156;p27"/>
          <p:cNvSpPr txBox="1"/>
          <p:nvPr/>
        </p:nvSpPr>
        <p:spPr>
          <a:xfrm>
            <a:off x="1270275" y="2882138"/>
            <a:ext cx="4306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Calibri"/>
                <a:ea typeface="Calibri"/>
                <a:cs typeface="Calibri"/>
                <a:sym typeface="Calibri"/>
              </a:rPr>
              <a:t>For </a:t>
            </a:r>
            <a:r>
              <a:rPr b="1" lang="en" sz="1600">
                <a:solidFill>
                  <a:schemeClr val="dk1"/>
                </a:solidFill>
                <a:latin typeface="Calibri"/>
                <a:ea typeface="Calibri"/>
                <a:cs typeface="Calibri"/>
                <a:sym typeface="Calibri"/>
              </a:rPr>
              <a:t>convenience</a:t>
            </a:r>
            <a:r>
              <a:rPr b="1" lang="en" sz="1600">
                <a:solidFill>
                  <a:schemeClr val="dk1"/>
                </a:solidFill>
                <a:latin typeface="Calibri"/>
                <a:ea typeface="Calibri"/>
                <a:cs typeface="Calibri"/>
                <a:sym typeface="Calibri"/>
              </a:rPr>
              <a:t>.</a:t>
            </a:r>
            <a:endParaRPr b="1" sz="1600">
              <a:solidFill>
                <a:schemeClr val="dk1"/>
              </a:solidFill>
              <a:latin typeface="Calibri"/>
              <a:ea typeface="Calibri"/>
              <a:cs typeface="Calibri"/>
              <a:sym typeface="Calibri"/>
            </a:endParaRPr>
          </a:p>
        </p:txBody>
      </p:sp>
      <p:grpSp>
        <p:nvGrpSpPr>
          <p:cNvPr id="157" name="Google Shape;157;p27"/>
          <p:cNvGrpSpPr/>
          <p:nvPr/>
        </p:nvGrpSpPr>
        <p:grpSpPr>
          <a:xfrm>
            <a:off x="945275" y="2963787"/>
            <a:ext cx="267818" cy="267818"/>
            <a:chOff x="0" y="0"/>
            <a:chExt cx="812800" cy="812800"/>
          </a:xfrm>
        </p:grpSpPr>
        <p:sp>
          <p:nvSpPr>
            <p:cNvPr id="158" name="Google Shape;158;p2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noFill/>
            <a:ln cap="sq" cmpd="sng" w="16825">
              <a:solidFill>
                <a:srgbClr val="000000"/>
              </a:solidFill>
              <a:prstDash val="solid"/>
              <a:miter lim="8000"/>
              <a:headEnd len="sm" w="sm" type="none"/>
              <a:tailEnd len="sm" w="sm" type="none"/>
            </a:ln>
          </p:spPr>
          <p:txBody>
            <a:bodyPr anchorCtr="0" anchor="ctr" bIns="26925" lIns="26925" spcFirstLastPara="1" rIns="26925" wrap="square" tIns="26925">
              <a:noAutofit/>
            </a:bodyPr>
            <a:lstStyle/>
            <a:p>
              <a:pPr indent="0" lvl="0" marL="0" rtl="0" algn="l">
                <a:spcBef>
                  <a:spcPts val="0"/>
                </a:spcBef>
                <a:spcAft>
                  <a:spcPts val="0"/>
                </a:spcAft>
                <a:buNone/>
              </a:pPr>
              <a:r>
                <a:t/>
              </a:r>
              <a:endParaRPr/>
            </a:p>
          </p:txBody>
        </p:sp>
        <p:sp>
          <p:nvSpPr>
            <p:cNvPr id="159" name="Google Shape;159;p27"/>
            <p:cNvSpPr txBox="1"/>
            <p:nvPr/>
          </p:nvSpPr>
          <p:spPr>
            <a:xfrm>
              <a:off x="76200" y="28575"/>
              <a:ext cx="660300" cy="708000"/>
            </a:xfrm>
            <a:prstGeom prst="rect">
              <a:avLst/>
            </a:prstGeom>
            <a:noFill/>
            <a:ln>
              <a:noFill/>
            </a:ln>
          </p:spPr>
          <p:txBody>
            <a:bodyPr anchorCtr="0" anchor="ctr" bIns="14950" lIns="14950" spcFirstLastPara="1" rIns="14950" wrap="square" tIns="14950">
              <a:noAutofit/>
            </a:bodyPr>
            <a:lstStyle/>
            <a:p>
              <a:pPr indent="0" lvl="0" marL="0" marR="0" rtl="0" algn="ctr">
                <a:lnSpc>
                  <a:spcPct val="186611"/>
                </a:lnSpc>
                <a:spcBef>
                  <a:spcPts val="0"/>
                </a:spcBef>
                <a:spcAft>
                  <a:spcPts val="0"/>
                </a:spcAft>
                <a:buNone/>
              </a:pPr>
              <a:r>
                <a:t/>
              </a:r>
              <a:endParaRPr b="0" i="0" sz="529" u="none" cap="none" strike="noStrike">
                <a:solidFill>
                  <a:schemeClr val="dk1"/>
                </a:solidFill>
                <a:latin typeface="Calibri"/>
                <a:ea typeface="Calibri"/>
                <a:cs typeface="Calibri"/>
                <a:sym typeface="Calibri"/>
              </a:endParaRPr>
            </a:p>
          </p:txBody>
        </p:sp>
      </p:grpSp>
      <p:grpSp>
        <p:nvGrpSpPr>
          <p:cNvPr id="160" name="Google Shape;160;p27"/>
          <p:cNvGrpSpPr/>
          <p:nvPr/>
        </p:nvGrpSpPr>
        <p:grpSpPr>
          <a:xfrm>
            <a:off x="945278" y="4311449"/>
            <a:ext cx="267818" cy="267818"/>
            <a:chOff x="0" y="0"/>
            <a:chExt cx="812800" cy="812800"/>
          </a:xfrm>
        </p:grpSpPr>
        <p:sp>
          <p:nvSpPr>
            <p:cNvPr id="161" name="Google Shape;161;p2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noFill/>
            <a:ln cap="sq" cmpd="sng" w="16825">
              <a:solidFill>
                <a:srgbClr val="000000"/>
              </a:solidFill>
              <a:prstDash val="solid"/>
              <a:miter lim="8000"/>
              <a:headEnd len="sm" w="sm" type="none"/>
              <a:tailEnd len="sm" w="sm" type="none"/>
            </a:ln>
          </p:spPr>
          <p:txBody>
            <a:bodyPr anchorCtr="0" anchor="ctr" bIns="26925" lIns="26925" spcFirstLastPara="1" rIns="26925" wrap="square" tIns="26925">
              <a:noAutofit/>
            </a:bodyPr>
            <a:lstStyle/>
            <a:p>
              <a:pPr indent="0" lvl="0" marL="0" rtl="0" algn="l">
                <a:spcBef>
                  <a:spcPts val="0"/>
                </a:spcBef>
                <a:spcAft>
                  <a:spcPts val="0"/>
                </a:spcAft>
                <a:buNone/>
              </a:pPr>
              <a:r>
                <a:t/>
              </a:r>
              <a:endParaRPr/>
            </a:p>
          </p:txBody>
        </p:sp>
        <p:sp>
          <p:nvSpPr>
            <p:cNvPr id="162" name="Google Shape;162;p27"/>
            <p:cNvSpPr txBox="1"/>
            <p:nvPr/>
          </p:nvSpPr>
          <p:spPr>
            <a:xfrm>
              <a:off x="76200" y="28575"/>
              <a:ext cx="660300" cy="708000"/>
            </a:xfrm>
            <a:prstGeom prst="rect">
              <a:avLst/>
            </a:prstGeom>
            <a:noFill/>
            <a:ln>
              <a:noFill/>
            </a:ln>
          </p:spPr>
          <p:txBody>
            <a:bodyPr anchorCtr="0" anchor="ctr" bIns="14950" lIns="14950" spcFirstLastPara="1" rIns="14950" wrap="square" tIns="14950">
              <a:noAutofit/>
            </a:bodyPr>
            <a:lstStyle/>
            <a:p>
              <a:pPr indent="0" lvl="0" marL="0" marR="0" rtl="0" algn="ctr">
                <a:lnSpc>
                  <a:spcPct val="186611"/>
                </a:lnSpc>
                <a:spcBef>
                  <a:spcPts val="0"/>
                </a:spcBef>
                <a:spcAft>
                  <a:spcPts val="0"/>
                </a:spcAft>
                <a:buNone/>
              </a:pPr>
              <a:r>
                <a:t/>
              </a:r>
              <a:endParaRPr b="0" i="0" sz="529" u="none" cap="none" strike="noStrike">
                <a:solidFill>
                  <a:schemeClr val="dk1"/>
                </a:solidFill>
                <a:latin typeface="Calibri"/>
                <a:ea typeface="Calibri"/>
                <a:cs typeface="Calibri"/>
                <a:sym typeface="Calibri"/>
              </a:endParaRPr>
            </a:p>
          </p:txBody>
        </p:sp>
      </p:grpSp>
      <p:grpSp>
        <p:nvGrpSpPr>
          <p:cNvPr id="163" name="Google Shape;163;p27"/>
          <p:cNvGrpSpPr/>
          <p:nvPr/>
        </p:nvGrpSpPr>
        <p:grpSpPr>
          <a:xfrm>
            <a:off x="945275" y="3598500"/>
            <a:ext cx="267818" cy="267818"/>
            <a:chOff x="0" y="0"/>
            <a:chExt cx="812800" cy="812800"/>
          </a:xfrm>
        </p:grpSpPr>
        <p:sp>
          <p:nvSpPr>
            <p:cNvPr id="164" name="Google Shape;164;p2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noFill/>
            <a:ln cap="sq" cmpd="sng" w="16825">
              <a:solidFill>
                <a:srgbClr val="000000"/>
              </a:solidFill>
              <a:prstDash val="solid"/>
              <a:miter lim="8000"/>
              <a:headEnd len="sm" w="sm" type="none"/>
              <a:tailEnd len="sm" w="sm" type="none"/>
            </a:ln>
          </p:spPr>
          <p:txBody>
            <a:bodyPr anchorCtr="0" anchor="ctr" bIns="26900" lIns="26900" spcFirstLastPara="1" rIns="26900" wrap="square" tIns="26900">
              <a:noAutofit/>
            </a:bodyPr>
            <a:lstStyle/>
            <a:p>
              <a:pPr indent="0" lvl="0" marL="0" rtl="0" algn="l">
                <a:spcBef>
                  <a:spcPts val="0"/>
                </a:spcBef>
                <a:spcAft>
                  <a:spcPts val="0"/>
                </a:spcAft>
                <a:buNone/>
              </a:pPr>
              <a:r>
                <a:t/>
              </a:r>
              <a:endParaRPr/>
            </a:p>
          </p:txBody>
        </p:sp>
        <p:sp>
          <p:nvSpPr>
            <p:cNvPr id="165" name="Google Shape;165;p27"/>
            <p:cNvSpPr txBox="1"/>
            <p:nvPr/>
          </p:nvSpPr>
          <p:spPr>
            <a:xfrm>
              <a:off x="76200" y="28575"/>
              <a:ext cx="660300" cy="708000"/>
            </a:xfrm>
            <a:prstGeom prst="rect">
              <a:avLst/>
            </a:prstGeom>
            <a:noFill/>
            <a:ln>
              <a:noFill/>
            </a:ln>
          </p:spPr>
          <p:txBody>
            <a:bodyPr anchorCtr="0" anchor="ctr" bIns="14950" lIns="14950" spcFirstLastPara="1" rIns="14950" wrap="square" tIns="14950">
              <a:noAutofit/>
            </a:bodyPr>
            <a:lstStyle/>
            <a:p>
              <a:pPr indent="0" lvl="0" marL="0" marR="0" rtl="0" algn="ctr">
                <a:lnSpc>
                  <a:spcPct val="186611"/>
                </a:lnSpc>
                <a:spcBef>
                  <a:spcPts val="0"/>
                </a:spcBef>
                <a:spcAft>
                  <a:spcPts val="0"/>
                </a:spcAft>
                <a:buNone/>
              </a:pPr>
              <a:r>
                <a:t/>
              </a:r>
              <a:endParaRPr b="0" i="0" sz="529" u="none" cap="none" strike="noStrike">
                <a:solidFill>
                  <a:schemeClr val="dk1"/>
                </a:solidFill>
                <a:latin typeface="Calibri"/>
                <a:ea typeface="Calibri"/>
                <a:cs typeface="Calibri"/>
                <a:sym typeface="Calibri"/>
              </a:endParaRPr>
            </a:p>
          </p:txBody>
        </p:sp>
      </p:grpSp>
      <p:sp>
        <p:nvSpPr>
          <p:cNvPr id="166" name="Google Shape;166;p27"/>
          <p:cNvSpPr txBox="1"/>
          <p:nvPr/>
        </p:nvSpPr>
        <p:spPr>
          <a:xfrm>
            <a:off x="1270275" y="3516863"/>
            <a:ext cx="4306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Calibri"/>
                <a:ea typeface="Calibri"/>
                <a:cs typeface="Calibri"/>
                <a:sym typeface="Calibri"/>
              </a:rPr>
              <a:t>To treat yourself or others.</a:t>
            </a:r>
            <a:endParaRPr b="1" sz="1600">
              <a:solidFill>
                <a:schemeClr val="dk1"/>
              </a:solidFill>
              <a:latin typeface="Calibri"/>
              <a:ea typeface="Calibri"/>
              <a:cs typeface="Calibri"/>
              <a:sym typeface="Calibri"/>
            </a:endParaRPr>
          </a:p>
        </p:txBody>
      </p:sp>
      <p:sp>
        <p:nvSpPr>
          <p:cNvPr id="167" name="Google Shape;167;p27"/>
          <p:cNvSpPr txBox="1"/>
          <p:nvPr/>
        </p:nvSpPr>
        <p:spPr>
          <a:xfrm>
            <a:off x="1245875" y="4229800"/>
            <a:ext cx="5556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Calibri"/>
                <a:ea typeface="Calibri"/>
                <a:cs typeface="Calibri"/>
                <a:sym typeface="Calibri"/>
              </a:rPr>
              <a:t>As a chef, get the chance to get yourself out there.</a:t>
            </a:r>
            <a:endParaRPr b="1" sz="1600">
              <a:solidFill>
                <a:schemeClr val="dk1"/>
              </a:solidFill>
              <a:latin typeface="Calibri"/>
              <a:ea typeface="Calibri"/>
              <a:cs typeface="Calibri"/>
              <a:sym typeface="Calibri"/>
            </a:endParaRPr>
          </a:p>
        </p:txBody>
      </p:sp>
      <p:sp>
        <p:nvSpPr>
          <p:cNvPr id="168" name="Google Shape;168;p27"/>
          <p:cNvSpPr txBox="1"/>
          <p:nvPr/>
        </p:nvSpPr>
        <p:spPr>
          <a:xfrm>
            <a:off x="945262" y="2873686"/>
            <a:ext cx="228300" cy="400200"/>
          </a:xfrm>
          <a:prstGeom prst="rect">
            <a:avLst/>
          </a:prstGeom>
          <a:noFill/>
          <a:ln>
            <a:noFill/>
          </a:ln>
        </p:spPr>
        <p:txBody>
          <a:bodyPr anchorCtr="0" anchor="t" bIns="91425" lIns="91425" spcFirstLastPara="1" rIns="91425" wrap="square" tIns="91425">
            <a:spAutoFit/>
          </a:bodyPr>
          <a:lstStyle/>
          <a:p>
            <a:pPr indent="0" lvl="0" marL="0" rtl="0" algn="ctr">
              <a:lnSpc>
                <a:spcPct val="160000"/>
              </a:lnSpc>
              <a:spcBef>
                <a:spcPts val="0"/>
              </a:spcBef>
              <a:spcAft>
                <a:spcPts val="0"/>
              </a:spcAft>
              <a:buClr>
                <a:schemeClr val="dk1"/>
              </a:buClr>
              <a:buFont typeface="Arial"/>
              <a:buNone/>
            </a:pPr>
            <a:r>
              <a:t/>
            </a:r>
            <a:endParaRPr/>
          </a:p>
        </p:txBody>
      </p:sp>
      <p:pic>
        <p:nvPicPr>
          <p:cNvPr id="169" name="Google Shape;169;p27"/>
          <p:cNvPicPr preferRelativeResize="0"/>
          <p:nvPr/>
        </p:nvPicPr>
        <p:blipFill>
          <a:blip r:embed="rId4">
            <a:alphaModFix/>
          </a:blip>
          <a:stretch>
            <a:fillRect/>
          </a:stretch>
        </p:blipFill>
        <p:spPr>
          <a:xfrm>
            <a:off x="52925" y="83225"/>
            <a:ext cx="989500" cy="989500"/>
          </a:xfrm>
          <a:prstGeom prst="rect">
            <a:avLst/>
          </a:prstGeom>
          <a:noFill/>
          <a:ln>
            <a:noFill/>
          </a:ln>
        </p:spPr>
      </p:pic>
      <p:pic>
        <p:nvPicPr>
          <p:cNvPr id="170" name="Google Shape;170;p27"/>
          <p:cNvPicPr preferRelativeResize="0"/>
          <p:nvPr/>
        </p:nvPicPr>
        <p:blipFill>
          <a:blip r:embed="rId5">
            <a:alphaModFix/>
          </a:blip>
          <a:stretch>
            <a:fillRect/>
          </a:stretch>
        </p:blipFill>
        <p:spPr>
          <a:xfrm>
            <a:off x="7024950" y="2963773"/>
            <a:ext cx="1886476" cy="117179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B7CE88"/>
            </a:gs>
            <a:gs pos="100000">
              <a:srgbClr val="778F45"/>
            </a:gs>
          </a:gsLst>
          <a:lin ang="5400012" scaled="0"/>
        </a:gradFill>
      </p:bgPr>
    </p:bg>
    <p:spTree>
      <p:nvGrpSpPr>
        <p:cNvPr id="174" name="Shape 174"/>
        <p:cNvGrpSpPr/>
        <p:nvPr/>
      </p:nvGrpSpPr>
      <p:grpSpPr>
        <a:xfrm>
          <a:off x="0" y="0"/>
          <a:ext cx="0" cy="0"/>
          <a:chOff x="0" y="0"/>
          <a:chExt cx="0" cy="0"/>
        </a:xfrm>
      </p:grpSpPr>
      <p:sp>
        <p:nvSpPr>
          <p:cNvPr id="175" name="Google Shape;175;p28"/>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solidFill>
            <a:srgbClr val="F3F3F3"/>
          </a:solidFill>
          <a:ln>
            <a:noFill/>
          </a:ln>
        </p:spPr>
      </p:sp>
      <p:cxnSp>
        <p:nvCxnSpPr>
          <p:cNvPr id="176" name="Google Shape;176;p28"/>
          <p:cNvCxnSpPr/>
          <p:nvPr/>
        </p:nvCxnSpPr>
        <p:spPr>
          <a:xfrm>
            <a:off x="583200" y="514350"/>
            <a:ext cx="343662" cy="0"/>
          </a:xfrm>
          <a:prstGeom prst="straightConnector1">
            <a:avLst/>
          </a:prstGeom>
          <a:noFill/>
          <a:ln cap="flat" cmpd="sng" w="76200">
            <a:solidFill>
              <a:srgbClr val="000000"/>
            </a:solidFill>
            <a:prstDash val="solid"/>
            <a:round/>
            <a:headEnd len="sm" w="sm" type="none"/>
            <a:tailEnd len="sm" w="sm" type="none"/>
          </a:ln>
        </p:spPr>
      </p:cxnSp>
      <p:sp>
        <p:nvSpPr>
          <p:cNvPr id="177" name="Google Shape;177;p28"/>
          <p:cNvSpPr txBox="1"/>
          <p:nvPr/>
        </p:nvSpPr>
        <p:spPr>
          <a:xfrm>
            <a:off x="583200" y="616925"/>
            <a:ext cx="6161400" cy="4926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lang="en" sz="3200">
                <a:latin typeface="DM Serif Display"/>
                <a:ea typeface="DM Serif Display"/>
                <a:cs typeface="DM Serif Display"/>
                <a:sym typeface="DM Serif Display"/>
              </a:rPr>
              <a:t>Customer’s Journey</a:t>
            </a:r>
            <a:endParaRPr sz="700"/>
          </a:p>
        </p:txBody>
      </p:sp>
      <p:sp>
        <p:nvSpPr>
          <p:cNvPr id="178" name="Google Shape;178;p28"/>
          <p:cNvSpPr txBox="1"/>
          <p:nvPr/>
        </p:nvSpPr>
        <p:spPr>
          <a:xfrm>
            <a:off x="6835563" y="4571048"/>
            <a:ext cx="1725300" cy="123000"/>
          </a:xfrm>
          <a:prstGeom prst="rect">
            <a:avLst/>
          </a:prstGeom>
          <a:noFill/>
          <a:ln>
            <a:noFill/>
          </a:ln>
        </p:spPr>
        <p:txBody>
          <a:bodyPr anchorCtr="0" anchor="t" bIns="0" lIns="0" spcFirstLastPara="1" rIns="0" wrap="square" tIns="0">
            <a:spAutoFit/>
          </a:bodyPr>
          <a:lstStyle/>
          <a:p>
            <a:pPr indent="0" lvl="0" marL="0" marR="0" rtl="0" algn="r">
              <a:lnSpc>
                <a:spcPct val="140025"/>
              </a:lnSpc>
              <a:spcBef>
                <a:spcPts val="0"/>
              </a:spcBef>
              <a:spcAft>
                <a:spcPts val="0"/>
              </a:spcAft>
              <a:buNone/>
            </a:pPr>
            <a:r>
              <a:rPr lang="en" sz="800"/>
              <a:t>4</a:t>
            </a:r>
            <a:endParaRPr sz="700"/>
          </a:p>
        </p:txBody>
      </p:sp>
      <p:sp>
        <p:nvSpPr>
          <p:cNvPr id="179" name="Google Shape;179;p28"/>
          <p:cNvSpPr/>
          <p:nvPr/>
        </p:nvSpPr>
        <p:spPr>
          <a:xfrm>
            <a:off x="583200" y="1474300"/>
            <a:ext cx="914400" cy="914400"/>
          </a:xfrm>
          <a:prstGeom prst="flowChartConnector">
            <a:avLst/>
          </a:prstGeom>
          <a:solidFill>
            <a:schemeClr val="accent3"/>
          </a:solidFill>
          <a:ln cap="flat" cmpd="sng" w="7625">
            <a:solidFill>
              <a:schemeClr val="accent3"/>
            </a:solidFill>
            <a:prstDash val="solid"/>
            <a:round/>
            <a:headEnd len="sm" w="sm" type="none"/>
            <a:tailEnd len="sm" w="sm" type="none"/>
          </a:ln>
          <a:effectLst>
            <a:outerShdw blurRad="45715" rotWithShape="0" algn="bl" dir="5400000" dist="15238">
              <a:srgbClr val="000000">
                <a:alpha val="50000"/>
              </a:srgbClr>
            </a:outerShdw>
          </a:effectLst>
        </p:spPr>
        <p:txBody>
          <a:bodyPr anchorCtr="0" anchor="ctr" bIns="73150" lIns="73150" spcFirstLastPara="1" rIns="73150" wrap="square" tIns="73150">
            <a:noAutofit/>
          </a:bodyPr>
          <a:lstStyle/>
          <a:p>
            <a:pPr indent="0" lvl="0" marL="0" rtl="0" algn="ctr">
              <a:spcBef>
                <a:spcPts val="0"/>
              </a:spcBef>
              <a:spcAft>
                <a:spcPts val="0"/>
              </a:spcAft>
              <a:buNone/>
            </a:pPr>
            <a:r>
              <a:rPr lang="en" sz="1119"/>
              <a:t>Login</a:t>
            </a:r>
            <a:r>
              <a:rPr lang="en" sz="1119"/>
              <a:t> / Sign up</a:t>
            </a:r>
            <a:endParaRPr sz="1119"/>
          </a:p>
        </p:txBody>
      </p:sp>
      <p:sp>
        <p:nvSpPr>
          <p:cNvPr id="180" name="Google Shape;180;p28"/>
          <p:cNvSpPr/>
          <p:nvPr/>
        </p:nvSpPr>
        <p:spPr>
          <a:xfrm>
            <a:off x="3947575" y="1474600"/>
            <a:ext cx="914400" cy="914400"/>
          </a:xfrm>
          <a:prstGeom prst="flowChartConnector">
            <a:avLst/>
          </a:prstGeom>
          <a:solidFill>
            <a:schemeClr val="accent3"/>
          </a:solidFill>
          <a:ln cap="flat" cmpd="sng" w="7625">
            <a:solidFill>
              <a:schemeClr val="accent3"/>
            </a:solidFill>
            <a:prstDash val="solid"/>
            <a:round/>
            <a:headEnd len="sm" w="sm" type="none"/>
            <a:tailEnd len="sm" w="sm" type="none"/>
          </a:ln>
          <a:effectLst>
            <a:outerShdw blurRad="45715" rotWithShape="0" algn="bl" dir="5400000" dist="15238">
              <a:srgbClr val="000000">
                <a:alpha val="50000"/>
              </a:srgbClr>
            </a:outerShdw>
          </a:effectLst>
        </p:spPr>
        <p:txBody>
          <a:bodyPr anchorCtr="0" anchor="ctr" bIns="73150" lIns="73150" spcFirstLastPara="1" rIns="73150" wrap="square" tIns="73150">
            <a:noAutofit/>
          </a:bodyPr>
          <a:lstStyle/>
          <a:p>
            <a:pPr indent="0" lvl="0" marL="0" rtl="0" algn="ctr">
              <a:spcBef>
                <a:spcPts val="0"/>
              </a:spcBef>
              <a:spcAft>
                <a:spcPts val="0"/>
              </a:spcAft>
              <a:buNone/>
            </a:pPr>
            <a:r>
              <a:rPr lang="en" sz="1119"/>
              <a:t>Browse Chefs</a:t>
            </a:r>
            <a:endParaRPr sz="1119"/>
          </a:p>
        </p:txBody>
      </p:sp>
      <p:sp>
        <p:nvSpPr>
          <p:cNvPr id="181" name="Google Shape;181;p28"/>
          <p:cNvSpPr/>
          <p:nvPr/>
        </p:nvSpPr>
        <p:spPr>
          <a:xfrm>
            <a:off x="5629775" y="1474300"/>
            <a:ext cx="914400" cy="914400"/>
          </a:xfrm>
          <a:prstGeom prst="flowChartConnector">
            <a:avLst/>
          </a:prstGeom>
          <a:solidFill>
            <a:schemeClr val="accent3"/>
          </a:solidFill>
          <a:ln cap="flat" cmpd="sng" w="7625">
            <a:solidFill>
              <a:schemeClr val="accent3"/>
            </a:solidFill>
            <a:prstDash val="solid"/>
            <a:round/>
            <a:headEnd len="sm" w="sm" type="none"/>
            <a:tailEnd len="sm" w="sm" type="none"/>
          </a:ln>
          <a:effectLst>
            <a:outerShdw blurRad="45715" rotWithShape="0" algn="bl" dir="5400000" dist="15238">
              <a:srgbClr val="000000">
                <a:alpha val="50000"/>
              </a:srgbClr>
            </a:outerShdw>
          </a:effectLst>
        </p:spPr>
        <p:txBody>
          <a:bodyPr anchorCtr="0" anchor="ctr" bIns="73150" lIns="73150" spcFirstLastPara="1" rIns="73150" wrap="square" tIns="73150">
            <a:noAutofit/>
          </a:bodyPr>
          <a:lstStyle/>
          <a:p>
            <a:pPr indent="0" lvl="0" marL="0" rtl="0" algn="ctr">
              <a:spcBef>
                <a:spcPts val="0"/>
              </a:spcBef>
              <a:spcAft>
                <a:spcPts val="0"/>
              </a:spcAft>
              <a:buNone/>
            </a:pPr>
            <a:r>
              <a:rPr lang="en" sz="1119"/>
              <a:t>Select Date &amp; Time</a:t>
            </a:r>
            <a:endParaRPr sz="1119"/>
          </a:p>
        </p:txBody>
      </p:sp>
      <p:sp>
        <p:nvSpPr>
          <p:cNvPr id="182" name="Google Shape;182;p28"/>
          <p:cNvSpPr/>
          <p:nvPr/>
        </p:nvSpPr>
        <p:spPr>
          <a:xfrm>
            <a:off x="3984213" y="3022675"/>
            <a:ext cx="914400" cy="914400"/>
          </a:xfrm>
          <a:prstGeom prst="flowChartConnector">
            <a:avLst/>
          </a:prstGeom>
          <a:solidFill>
            <a:schemeClr val="accent3"/>
          </a:solidFill>
          <a:ln cap="flat" cmpd="sng" w="7625">
            <a:solidFill>
              <a:schemeClr val="accent3"/>
            </a:solidFill>
            <a:prstDash val="solid"/>
            <a:round/>
            <a:headEnd len="sm" w="sm" type="none"/>
            <a:tailEnd len="sm" w="sm" type="none"/>
          </a:ln>
          <a:effectLst>
            <a:outerShdw blurRad="45715" rotWithShape="0" algn="bl" dir="5400000" dist="15238">
              <a:srgbClr val="000000">
                <a:alpha val="50000"/>
              </a:srgbClr>
            </a:outerShdw>
          </a:effectLst>
        </p:spPr>
        <p:txBody>
          <a:bodyPr anchorCtr="0" anchor="ctr" bIns="73150" lIns="73150" spcFirstLastPara="1" rIns="73150" wrap="square" tIns="73150">
            <a:noAutofit/>
          </a:bodyPr>
          <a:lstStyle/>
          <a:p>
            <a:pPr indent="0" lvl="0" marL="0" rtl="0" algn="ctr">
              <a:spcBef>
                <a:spcPts val="0"/>
              </a:spcBef>
              <a:spcAft>
                <a:spcPts val="0"/>
              </a:spcAft>
              <a:buNone/>
            </a:pPr>
            <a:r>
              <a:rPr lang="en" sz="1119"/>
              <a:t>Chef Cooks Meal</a:t>
            </a:r>
            <a:endParaRPr sz="1119"/>
          </a:p>
        </p:txBody>
      </p:sp>
      <p:sp>
        <p:nvSpPr>
          <p:cNvPr id="183" name="Google Shape;183;p28"/>
          <p:cNvSpPr/>
          <p:nvPr/>
        </p:nvSpPr>
        <p:spPr>
          <a:xfrm>
            <a:off x="6470813" y="3022675"/>
            <a:ext cx="914400" cy="914400"/>
          </a:xfrm>
          <a:prstGeom prst="flowChartConnector">
            <a:avLst/>
          </a:prstGeom>
          <a:solidFill>
            <a:schemeClr val="accent3"/>
          </a:solidFill>
          <a:ln cap="flat" cmpd="sng" w="7625">
            <a:solidFill>
              <a:schemeClr val="accent3"/>
            </a:solidFill>
            <a:prstDash val="solid"/>
            <a:round/>
            <a:headEnd len="sm" w="sm" type="none"/>
            <a:tailEnd len="sm" w="sm" type="none"/>
          </a:ln>
          <a:effectLst>
            <a:outerShdw blurRad="45715" rotWithShape="0" algn="bl" dir="5400000" dist="15238">
              <a:srgbClr val="000000">
                <a:alpha val="50000"/>
              </a:srgbClr>
            </a:outerShdw>
          </a:effectLst>
        </p:spPr>
        <p:txBody>
          <a:bodyPr anchorCtr="0" anchor="ctr" bIns="73150" lIns="73150" spcFirstLastPara="1" rIns="73150" wrap="square" tIns="73150">
            <a:noAutofit/>
          </a:bodyPr>
          <a:lstStyle/>
          <a:p>
            <a:pPr indent="0" lvl="0" marL="0" rtl="0" algn="ctr">
              <a:spcBef>
                <a:spcPts val="0"/>
              </a:spcBef>
              <a:spcAft>
                <a:spcPts val="0"/>
              </a:spcAft>
              <a:buNone/>
            </a:pPr>
            <a:r>
              <a:rPr lang="en" sz="1119"/>
              <a:t>Edit/ Confirm Pantry</a:t>
            </a:r>
            <a:endParaRPr sz="1119"/>
          </a:p>
        </p:txBody>
      </p:sp>
      <p:sp>
        <p:nvSpPr>
          <p:cNvPr id="184" name="Google Shape;184;p28"/>
          <p:cNvSpPr/>
          <p:nvPr/>
        </p:nvSpPr>
        <p:spPr>
          <a:xfrm>
            <a:off x="7311975" y="1494700"/>
            <a:ext cx="914400" cy="914400"/>
          </a:xfrm>
          <a:prstGeom prst="flowChartConnector">
            <a:avLst/>
          </a:prstGeom>
          <a:solidFill>
            <a:schemeClr val="accent3"/>
          </a:solidFill>
          <a:ln cap="flat" cmpd="sng" w="7625">
            <a:solidFill>
              <a:schemeClr val="accent3"/>
            </a:solidFill>
            <a:prstDash val="solid"/>
            <a:round/>
            <a:headEnd len="sm" w="sm" type="none"/>
            <a:tailEnd len="sm" w="sm" type="none"/>
          </a:ln>
          <a:effectLst>
            <a:outerShdw blurRad="45715" rotWithShape="0" algn="bl" dir="5400000" dist="15238">
              <a:srgbClr val="000000">
                <a:alpha val="50000"/>
              </a:srgbClr>
            </a:outerShdw>
          </a:effectLst>
        </p:spPr>
        <p:txBody>
          <a:bodyPr anchorCtr="0" anchor="ctr" bIns="73150" lIns="73150" spcFirstLastPara="1" rIns="73150" wrap="square" tIns="73150">
            <a:noAutofit/>
          </a:bodyPr>
          <a:lstStyle/>
          <a:p>
            <a:pPr indent="0" lvl="0" marL="0" rtl="0" algn="ctr">
              <a:spcBef>
                <a:spcPts val="0"/>
              </a:spcBef>
              <a:spcAft>
                <a:spcPts val="0"/>
              </a:spcAft>
              <a:buNone/>
            </a:pPr>
            <a:r>
              <a:rPr lang="en" sz="1119"/>
              <a:t>Book Chef</a:t>
            </a:r>
            <a:endParaRPr sz="1119"/>
          </a:p>
        </p:txBody>
      </p:sp>
      <p:sp>
        <p:nvSpPr>
          <p:cNvPr id="185" name="Google Shape;185;p28"/>
          <p:cNvSpPr/>
          <p:nvPr/>
        </p:nvSpPr>
        <p:spPr>
          <a:xfrm>
            <a:off x="1497600" y="3022675"/>
            <a:ext cx="914400" cy="914400"/>
          </a:xfrm>
          <a:prstGeom prst="flowChartConnector">
            <a:avLst/>
          </a:prstGeom>
          <a:solidFill>
            <a:schemeClr val="accent3"/>
          </a:solidFill>
          <a:ln cap="flat" cmpd="sng" w="7625">
            <a:solidFill>
              <a:schemeClr val="accent3"/>
            </a:solidFill>
            <a:prstDash val="solid"/>
            <a:round/>
            <a:headEnd len="sm" w="sm" type="none"/>
            <a:tailEnd len="sm" w="sm" type="none"/>
          </a:ln>
          <a:effectLst>
            <a:outerShdw blurRad="45715" rotWithShape="0" algn="bl" dir="5400000" dist="15238">
              <a:srgbClr val="000000">
                <a:alpha val="50000"/>
              </a:srgbClr>
            </a:outerShdw>
          </a:effectLst>
        </p:spPr>
        <p:txBody>
          <a:bodyPr anchorCtr="0" anchor="ctr" bIns="73150" lIns="73150" spcFirstLastPara="1" rIns="73150" wrap="square" tIns="73150">
            <a:noAutofit/>
          </a:bodyPr>
          <a:lstStyle/>
          <a:p>
            <a:pPr indent="0" lvl="0" marL="0" rtl="0" algn="ctr">
              <a:spcBef>
                <a:spcPts val="0"/>
              </a:spcBef>
              <a:spcAft>
                <a:spcPts val="0"/>
              </a:spcAft>
              <a:buNone/>
            </a:pPr>
            <a:r>
              <a:rPr lang="en" sz="1119"/>
              <a:t>Leave Review</a:t>
            </a:r>
            <a:endParaRPr sz="1119"/>
          </a:p>
        </p:txBody>
      </p:sp>
      <p:sp>
        <p:nvSpPr>
          <p:cNvPr id="186" name="Google Shape;186;p28"/>
          <p:cNvSpPr/>
          <p:nvPr/>
        </p:nvSpPr>
        <p:spPr>
          <a:xfrm>
            <a:off x="2265375" y="1474300"/>
            <a:ext cx="914400" cy="914400"/>
          </a:xfrm>
          <a:prstGeom prst="flowChartConnector">
            <a:avLst/>
          </a:prstGeom>
          <a:solidFill>
            <a:schemeClr val="accent3"/>
          </a:solidFill>
          <a:ln cap="flat" cmpd="sng" w="7625">
            <a:solidFill>
              <a:schemeClr val="accent3"/>
            </a:solidFill>
            <a:prstDash val="solid"/>
            <a:round/>
            <a:headEnd len="sm" w="sm" type="none"/>
            <a:tailEnd len="sm" w="sm" type="none"/>
          </a:ln>
          <a:effectLst>
            <a:outerShdw blurRad="45715" rotWithShape="0" algn="bl" dir="5400000" dist="15238">
              <a:srgbClr val="000000">
                <a:alpha val="50000"/>
              </a:srgbClr>
            </a:outerShdw>
          </a:effectLst>
        </p:spPr>
        <p:txBody>
          <a:bodyPr anchorCtr="0" anchor="ctr" bIns="73150" lIns="73150" spcFirstLastPara="1" rIns="73150" wrap="square" tIns="73150">
            <a:noAutofit/>
          </a:bodyPr>
          <a:lstStyle/>
          <a:p>
            <a:pPr indent="0" lvl="0" marL="0" rtl="0" algn="ctr">
              <a:spcBef>
                <a:spcPts val="0"/>
              </a:spcBef>
              <a:spcAft>
                <a:spcPts val="0"/>
              </a:spcAft>
              <a:buNone/>
            </a:pPr>
            <a:r>
              <a:rPr lang="en" sz="1119"/>
              <a:t>Fill in Pantry Profile</a:t>
            </a:r>
            <a:endParaRPr sz="1119"/>
          </a:p>
        </p:txBody>
      </p:sp>
      <p:cxnSp>
        <p:nvCxnSpPr>
          <p:cNvPr id="187" name="Google Shape;187;p28"/>
          <p:cNvCxnSpPr>
            <a:stCxn id="179" idx="6"/>
            <a:endCxn id="186" idx="2"/>
          </p:cNvCxnSpPr>
          <p:nvPr/>
        </p:nvCxnSpPr>
        <p:spPr>
          <a:xfrm>
            <a:off x="1497600" y="1931500"/>
            <a:ext cx="767700" cy="600"/>
          </a:xfrm>
          <a:prstGeom prst="curvedConnector3">
            <a:avLst>
              <a:gd fmla="val 50005" name="adj1"/>
            </a:avLst>
          </a:prstGeom>
          <a:noFill/>
          <a:ln cap="flat" cmpd="sng" w="9525">
            <a:solidFill>
              <a:schemeClr val="dk2"/>
            </a:solidFill>
            <a:prstDash val="solid"/>
            <a:round/>
            <a:headEnd len="med" w="med" type="none"/>
            <a:tailEnd len="med" w="med" type="none"/>
          </a:ln>
        </p:spPr>
      </p:cxnSp>
      <p:cxnSp>
        <p:nvCxnSpPr>
          <p:cNvPr id="188" name="Google Shape;188;p28"/>
          <p:cNvCxnSpPr>
            <a:stCxn id="186" idx="6"/>
            <a:endCxn id="180" idx="2"/>
          </p:cNvCxnSpPr>
          <p:nvPr/>
        </p:nvCxnSpPr>
        <p:spPr>
          <a:xfrm>
            <a:off x="3179775" y="1931500"/>
            <a:ext cx="767700" cy="600"/>
          </a:xfrm>
          <a:prstGeom prst="curvedConnector3">
            <a:avLst>
              <a:gd fmla="val 50007" name="adj1"/>
            </a:avLst>
          </a:prstGeom>
          <a:noFill/>
          <a:ln cap="flat" cmpd="sng" w="9525">
            <a:solidFill>
              <a:schemeClr val="dk2"/>
            </a:solidFill>
            <a:prstDash val="solid"/>
            <a:round/>
            <a:headEnd len="med" w="med" type="none"/>
            <a:tailEnd len="med" w="med" type="none"/>
          </a:ln>
        </p:spPr>
      </p:cxnSp>
      <p:cxnSp>
        <p:nvCxnSpPr>
          <p:cNvPr id="189" name="Google Shape;189;p28"/>
          <p:cNvCxnSpPr>
            <a:stCxn id="180" idx="6"/>
            <a:endCxn id="181" idx="2"/>
          </p:cNvCxnSpPr>
          <p:nvPr/>
        </p:nvCxnSpPr>
        <p:spPr>
          <a:xfrm>
            <a:off x="4861975" y="1931800"/>
            <a:ext cx="767700" cy="600"/>
          </a:xfrm>
          <a:prstGeom prst="curvedConnector3">
            <a:avLst>
              <a:gd fmla="val 50007" name="adj1"/>
            </a:avLst>
          </a:prstGeom>
          <a:noFill/>
          <a:ln cap="flat" cmpd="sng" w="9525">
            <a:solidFill>
              <a:schemeClr val="dk2"/>
            </a:solidFill>
            <a:prstDash val="solid"/>
            <a:round/>
            <a:headEnd len="med" w="med" type="none"/>
            <a:tailEnd len="med" w="med" type="none"/>
          </a:ln>
        </p:spPr>
      </p:cxnSp>
      <p:cxnSp>
        <p:nvCxnSpPr>
          <p:cNvPr id="190" name="Google Shape;190;p28"/>
          <p:cNvCxnSpPr>
            <a:stCxn id="181" idx="6"/>
            <a:endCxn id="184" idx="2"/>
          </p:cNvCxnSpPr>
          <p:nvPr/>
        </p:nvCxnSpPr>
        <p:spPr>
          <a:xfrm>
            <a:off x="6544175" y="1931500"/>
            <a:ext cx="767700" cy="20400"/>
          </a:xfrm>
          <a:prstGeom prst="curvedConnector3">
            <a:avLst>
              <a:gd fmla="val 50007" name="adj1"/>
            </a:avLst>
          </a:prstGeom>
          <a:noFill/>
          <a:ln cap="flat" cmpd="sng" w="9525">
            <a:solidFill>
              <a:schemeClr val="dk2"/>
            </a:solidFill>
            <a:prstDash val="solid"/>
            <a:round/>
            <a:headEnd len="med" w="med" type="none"/>
            <a:tailEnd len="med" w="med" type="none"/>
          </a:ln>
        </p:spPr>
      </p:cxnSp>
      <p:cxnSp>
        <p:nvCxnSpPr>
          <p:cNvPr id="191" name="Google Shape;191;p28"/>
          <p:cNvCxnSpPr>
            <a:stCxn id="184" idx="6"/>
            <a:endCxn id="183" idx="6"/>
          </p:cNvCxnSpPr>
          <p:nvPr/>
        </p:nvCxnSpPr>
        <p:spPr>
          <a:xfrm flipH="1">
            <a:off x="7385175" y="1951900"/>
            <a:ext cx="841200" cy="1527900"/>
          </a:xfrm>
          <a:prstGeom prst="curvedConnector3">
            <a:avLst>
              <a:gd fmla="val -28308" name="adj1"/>
            </a:avLst>
          </a:prstGeom>
          <a:noFill/>
          <a:ln cap="flat" cmpd="sng" w="9525">
            <a:solidFill>
              <a:schemeClr val="dk2"/>
            </a:solidFill>
            <a:prstDash val="solid"/>
            <a:round/>
            <a:headEnd len="med" w="med" type="none"/>
            <a:tailEnd len="med" w="med" type="none"/>
          </a:ln>
        </p:spPr>
      </p:cxnSp>
      <p:cxnSp>
        <p:nvCxnSpPr>
          <p:cNvPr id="192" name="Google Shape;192;p28"/>
          <p:cNvCxnSpPr>
            <a:stCxn id="182" idx="2"/>
            <a:endCxn id="185" idx="6"/>
          </p:cNvCxnSpPr>
          <p:nvPr/>
        </p:nvCxnSpPr>
        <p:spPr>
          <a:xfrm flipH="1">
            <a:off x="2411913" y="3479875"/>
            <a:ext cx="1572300" cy="600"/>
          </a:xfrm>
          <a:prstGeom prst="curvedConnector3">
            <a:avLst>
              <a:gd fmla="val 49997" name="adj1"/>
            </a:avLst>
          </a:prstGeom>
          <a:noFill/>
          <a:ln cap="flat" cmpd="sng" w="9525">
            <a:solidFill>
              <a:schemeClr val="dk2"/>
            </a:solidFill>
            <a:prstDash val="solid"/>
            <a:round/>
            <a:headEnd len="med" w="med" type="none"/>
            <a:tailEnd len="med" w="med" type="none"/>
          </a:ln>
        </p:spPr>
      </p:cxnSp>
      <p:cxnSp>
        <p:nvCxnSpPr>
          <p:cNvPr id="193" name="Google Shape;193;p28"/>
          <p:cNvCxnSpPr>
            <a:stCxn id="183" idx="2"/>
            <a:endCxn id="182" idx="6"/>
          </p:cNvCxnSpPr>
          <p:nvPr/>
        </p:nvCxnSpPr>
        <p:spPr>
          <a:xfrm flipH="1">
            <a:off x="4898513" y="3479875"/>
            <a:ext cx="1572300" cy="600"/>
          </a:xfrm>
          <a:prstGeom prst="curvedConnector3">
            <a:avLst>
              <a:gd fmla="val 49997"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B7CE88"/>
            </a:gs>
            <a:gs pos="100000">
              <a:srgbClr val="778F45"/>
            </a:gs>
          </a:gsLst>
          <a:lin ang="5400012" scaled="0"/>
        </a:gradFill>
      </p:bgPr>
    </p:bg>
    <p:spTree>
      <p:nvGrpSpPr>
        <p:cNvPr id="197" name="Shape 197"/>
        <p:cNvGrpSpPr/>
        <p:nvPr/>
      </p:nvGrpSpPr>
      <p:grpSpPr>
        <a:xfrm>
          <a:off x="0" y="0"/>
          <a:ext cx="0" cy="0"/>
          <a:chOff x="0" y="0"/>
          <a:chExt cx="0" cy="0"/>
        </a:xfrm>
      </p:grpSpPr>
      <p:sp>
        <p:nvSpPr>
          <p:cNvPr id="198" name="Google Shape;198;p29"/>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solidFill>
            <a:srgbClr val="F3F3F3"/>
          </a:solidFill>
          <a:ln>
            <a:noFill/>
          </a:ln>
        </p:spPr>
      </p:sp>
      <p:cxnSp>
        <p:nvCxnSpPr>
          <p:cNvPr id="199" name="Google Shape;199;p29"/>
          <p:cNvCxnSpPr/>
          <p:nvPr/>
        </p:nvCxnSpPr>
        <p:spPr>
          <a:xfrm>
            <a:off x="583200" y="514350"/>
            <a:ext cx="343800" cy="0"/>
          </a:xfrm>
          <a:prstGeom prst="straightConnector1">
            <a:avLst/>
          </a:prstGeom>
          <a:noFill/>
          <a:ln cap="flat" cmpd="sng" w="76200">
            <a:solidFill>
              <a:srgbClr val="000000"/>
            </a:solidFill>
            <a:prstDash val="solid"/>
            <a:round/>
            <a:headEnd len="sm" w="sm" type="none"/>
            <a:tailEnd len="sm" w="sm" type="none"/>
          </a:ln>
        </p:spPr>
      </p:cxnSp>
      <p:sp>
        <p:nvSpPr>
          <p:cNvPr id="200" name="Google Shape;200;p29"/>
          <p:cNvSpPr txBox="1"/>
          <p:nvPr/>
        </p:nvSpPr>
        <p:spPr>
          <a:xfrm>
            <a:off x="583200" y="616925"/>
            <a:ext cx="6161400" cy="4926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lang="en" sz="3200">
                <a:latin typeface="DM Serif Display"/>
                <a:ea typeface="DM Serif Display"/>
                <a:cs typeface="DM Serif Display"/>
                <a:sym typeface="DM Serif Display"/>
              </a:rPr>
              <a:t>Chef’s Journey</a:t>
            </a:r>
            <a:endParaRPr sz="700"/>
          </a:p>
        </p:txBody>
      </p:sp>
      <p:sp>
        <p:nvSpPr>
          <p:cNvPr id="201" name="Google Shape;201;p29"/>
          <p:cNvSpPr txBox="1"/>
          <p:nvPr/>
        </p:nvSpPr>
        <p:spPr>
          <a:xfrm>
            <a:off x="6835563" y="4571048"/>
            <a:ext cx="1725300" cy="123000"/>
          </a:xfrm>
          <a:prstGeom prst="rect">
            <a:avLst/>
          </a:prstGeom>
          <a:noFill/>
          <a:ln>
            <a:noFill/>
          </a:ln>
        </p:spPr>
        <p:txBody>
          <a:bodyPr anchorCtr="0" anchor="t" bIns="0" lIns="0" spcFirstLastPara="1" rIns="0" wrap="square" tIns="0">
            <a:spAutoFit/>
          </a:bodyPr>
          <a:lstStyle/>
          <a:p>
            <a:pPr indent="0" lvl="0" marL="0" marR="0" rtl="0" algn="r">
              <a:lnSpc>
                <a:spcPct val="140025"/>
              </a:lnSpc>
              <a:spcBef>
                <a:spcPts val="0"/>
              </a:spcBef>
              <a:spcAft>
                <a:spcPts val="0"/>
              </a:spcAft>
              <a:buNone/>
            </a:pPr>
            <a:r>
              <a:rPr lang="en" sz="800"/>
              <a:t>5</a:t>
            </a:r>
            <a:endParaRPr sz="700"/>
          </a:p>
        </p:txBody>
      </p:sp>
      <p:sp>
        <p:nvSpPr>
          <p:cNvPr id="202" name="Google Shape;202;p29"/>
          <p:cNvSpPr/>
          <p:nvPr/>
        </p:nvSpPr>
        <p:spPr>
          <a:xfrm>
            <a:off x="583200" y="1474300"/>
            <a:ext cx="914400" cy="914400"/>
          </a:xfrm>
          <a:prstGeom prst="flowChartConnector">
            <a:avLst/>
          </a:prstGeom>
          <a:solidFill>
            <a:schemeClr val="accent3"/>
          </a:solidFill>
          <a:ln cap="flat" cmpd="sng" w="7625">
            <a:solidFill>
              <a:schemeClr val="accent3"/>
            </a:solidFill>
            <a:prstDash val="solid"/>
            <a:round/>
            <a:headEnd len="sm" w="sm" type="none"/>
            <a:tailEnd len="sm" w="sm" type="none"/>
          </a:ln>
          <a:effectLst>
            <a:outerShdw blurRad="45715" rotWithShape="0" algn="bl" dir="5400000" dist="15238">
              <a:srgbClr val="000000">
                <a:alpha val="50000"/>
              </a:srgbClr>
            </a:outerShdw>
          </a:effectLst>
        </p:spPr>
        <p:txBody>
          <a:bodyPr anchorCtr="0" anchor="ctr" bIns="73150" lIns="73150" spcFirstLastPara="1" rIns="73150" wrap="square" tIns="73150">
            <a:noAutofit/>
          </a:bodyPr>
          <a:lstStyle/>
          <a:p>
            <a:pPr indent="0" lvl="0" marL="0" rtl="0" algn="ctr">
              <a:spcBef>
                <a:spcPts val="0"/>
              </a:spcBef>
              <a:spcAft>
                <a:spcPts val="0"/>
              </a:spcAft>
              <a:buNone/>
            </a:pPr>
            <a:r>
              <a:rPr lang="en" sz="1119"/>
              <a:t>Login / Sign up</a:t>
            </a:r>
            <a:endParaRPr sz="1119"/>
          </a:p>
        </p:txBody>
      </p:sp>
      <p:sp>
        <p:nvSpPr>
          <p:cNvPr id="203" name="Google Shape;203;p29"/>
          <p:cNvSpPr/>
          <p:nvPr/>
        </p:nvSpPr>
        <p:spPr>
          <a:xfrm>
            <a:off x="4790000" y="1516000"/>
            <a:ext cx="914400" cy="914400"/>
          </a:xfrm>
          <a:prstGeom prst="flowChartConnector">
            <a:avLst/>
          </a:prstGeom>
          <a:solidFill>
            <a:schemeClr val="accent3"/>
          </a:solidFill>
          <a:ln cap="flat" cmpd="sng" w="7625">
            <a:solidFill>
              <a:schemeClr val="accent3"/>
            </a:solidFill>
            <a:prstDash val="solid"/>
            <a:round/>
            <a:headEnd len="sm" w="sm" type="none"/>
            <a:tailEnd len="sm" w="sm" type="none"/>
          </a:ln>
          <a:effectLst>
            <a:outerShdw blurRad="45715" rotWithShape="0" algn="bl" dir="5400000" dist="15238">
              <a:srgbClr val="000000">
                <a:alpha val="50000"/>
              </a:srgbClr>
            </a:outerShdw>
          </a:effectLst>
        </p:spPr>
        <p:txBody>
          <a:bodyPr anchorCtr="0" anchor="ctr" bIns="73150" lIns="73150" spcFirstLastPara="1" rIns="73150" wrap="square" tIns="73150">
            <a:noAutofit/>
          </a:bodyPr>
          <a:lstStyle/>
          <a:p>
            <a:pPr indent="0" lvl="0" marL="0" rtl="0" algn="ctr">
              <a:spcBef>
                <a:spcPts val="0"/>
              </a:spcBef>
              <a:spcAft>
                <a:spcPts val="0"/>
              </a:spcAft>
              <a:buNone/>
            </a:pPr>
            <a:r>
              <a:rPr lang="en" sz="1019"/>
              <a:t>Receive</a:t>
            </a:r>
            <a:r>
              <a:rPr lang="en" sz="1019"/>
              <a:t> Booking</a:t>
            </a:r>
            <a:endParaRPr sz="1019"/>
          </a:p>
        </p:txBody>
      </p:sp>
      <p:sp>
        <p:nvSpPr>
          <p:cNvPr id="204" name="Google Shape;204;p29"/>
          <p:cNvSpPr/>
          <p:nvPr/>
        </p:nvSpPr>
        <p:spPr>
          <a:xfrm>
            <a:off x="6893400" y="1501450"/>
            <a:ext cx="914400" cy="914400"/>
          </a:xfrm>
          <a:prstGeom prst="flowChartConnector">
            <a:avLst/>
          </a:prstGeom>
          <a:solidFill>
            <a:schemeClr val="accent3"/>
          </a:solidFill>
          <a:ln cap="flat" cmpd="sng" w="7625">
            <a:solidFill>
              <a:schemeClr val="accent3"/>
            </a:solidFill>
            <a:prstDash val="solid"/>
            <a:round/>
            <a:headEnd len="sm" w="sm" type="none"/>
            <a:tailEnd len="sm" w="sm" type="none"/>
          </a:ln>
          <a:effectLst>
            <a:outerShdw blurRad="45715" rotWithShape="0" algn="bl" dir="5400000" dist="15238">
              <a:srgbClr val="000000">
                <a:alpha val="50000"/>
              </a:srgbClr>
            </a:outerShdw>
          </a:effectLst>
        </p:spPr>
        <p:txBody>
          <a:bodyPr anchorCtr="0" anchor="ctr" bIns="73150" lIns="73150" spcFirstLastPara="1" rIns="73150" wrap="square" tIns="73150">
            <a:noAutofit/>
          </a:bodyPr>
          <a:lstStyle/>
          <a:p>
            <a:pPr indent="0" lvl="0" marL="0" rtl="0" algn="ctr">
              <a:spcBef>
                <a:spcPts val="0"/>
              </a:spcBef>
              <a:spcAft>
                <a:spcPts val="0"/>
              </a:spcAft>
              <a:buNone/>
            </a:pPr>
            <a:r>
              <a:rPr lang="en" sz="1119"/>
              <a:t>View </a:t>
            </a:r>
            <a:r>
              <a:rPr lang="en" sz="1119"/>
              <a:t>Pantry</a:t>
            </a:r>
            <a:endParaRPr sz="1119"/>
          </a:p>
        </p:txBody>
      </p:sp>
      <p:sp>
        <p:nvSpPr>
          <p:cNvPr id="205" name="Google Shape;205;p29"/>
          <p:cNvSpPr/>
          <p:nvPr/>
        </p:nvSpPr>
        <p:spPr>
          <a:xfrm>
            <a:off x="4790113" y="3050300"/>
            <a:ext cx="914400" cy="914400"/>
          </a:xfrm>
          <a:prstGeom prst="flowChartConnector">
            <a:avLst/>
          </a:prstGeom>
          <a:solidFill>
            <a:schemeClr val="accent3"/>
          </a:solidFill>
          <a:ln cap="flat" cmpd="sng" w="7625">
            <a:solidFill>
              <a:schemeClr val="accent3"/>
            </a:solidFill>
            <a:prstDash val="solid"/>
            <a:round/>
            <a:headEnd len="sm" w="sm" type="none"/>
            <a:tailEnd len="sm" w="sm" type="none"/>
          </a:ln>
          <a:effectLst>
            <a:outerShdw blurRad="45715" rotWithShape="0" algn="bl" dir="5400000" dist="15238">
              <a:srgbClr val="000000">
                <a:alpha val="50000"/>
              </a:srgbClr>
            </a:outerShdw>
          </a:effectLst>
        </p:spPr>
        <p:txBody>
          <a:bodyPr anchorCtr="0" anchor="ctr" bIns="73150" lIns="73150" spcFirstLastPara="1" rIns="73150" wrap="square" tIns="73150">
            <a:noAutofit/>
          </a:bodyPr>
          <a:lstStyle/>
          <a:p>
            <a:pPr indent="0" lvl="0" marL="0" rtl="0" algn="ctr">
              <a:spcBef>
                <a:spcPts val="0"/>
              </a:spcBef>
              <a:spcAft>
                <a:spcPts val="0"/>
              </a:spcAft>
              <a:buNone/>
            </a:pPr>
            <a:r>
              <a:rPr lang="en" sz="1119"/>
              <a:t>Cook Meal</a:t>
            </a:r>
            <a:endParaRPr sz="1119"/>
          </a:p>
        </p:txBody>
      </p:sp>
      <p:sp>
        <p:nvSpPr>
          <p:cNvPr id="206" name="Google Shape;206;p29"/>
          <p:cNvSpPr/>
          <p:nvPr/>
        </p:nvSpPr>
        <p:spPr>
          <a:xfrm>
            <a:off x="6893400" y="3086300"/>
            <a:ext cx="914400" cy="914400"/>
          </a:xfrm>
          <a:prstGeom prst="flowChartConnector">
            <a:avLst/>
          </a:prstGeom>
          <a:solidFill>
            <a:schemeClr val="accent3"/>
          </a:solidFill>
          <a:ln cap="flat" cmpd="sng" w="7625">
            <a:solidFill>
              <a:schemeClr val="accent3"/>
            </a:solidFill>
            <a:prstDash val="solid"/>
            <a:round/>
            <a:headEnd len="sm" w="sm" type="none"/>
            <a:tailEnd len="sm" w="sm" type="none"/>
          </a:ln>
          <a:effectLst>
            <a:outerShdw blurRad="45715" rotWithShape="0" algn="bl" dir="5400000" dist="15238">
              <a:srgbClr val="000000">
                <a:alpha val="50000"/>
              </a:srgbClr>
            </a:outerShdw>
          </a:effectLst>
        </p:spPr>
        <p:txBody>
          <a:bodyPr anchorCtr="0" anchor="ctr" bIns="73150" lIns="73150" spcFirstLastPara="1" rIns="73150" wrap="square" tIns="73150">
            <a:noAutofit/>
          </a:bodyPr>
          <a:lstStyle/>
          <a:p>
            <a:pPr indent="0" lvl="0" marL="0" rtl="0" algn="ctr">
              <a:spcBef>
                <a:spcPts val="0"/>
              </a:spcBef>
              <a:spcAft>
                <a:spcPts val="0"/>
              </a:spcAft>
              <a:buNone/>
            </a:pPr>
            <a:r>
              <a:rPr lang="en" sz="1119"/>
              <a:t>Plan Meal</a:t>
            </a:r>
            <a:endParaRPr sz="1119"/>
          </a:p>
        </p:txBody>
      </p:sp>
      <p:sp>
        <p:nvSpPr>
          <p:cNvPr id="207" name="Google Shape;207;p29"/>
          <p:cNvSpPr/>
          <p:nvPr/>
        </p:nvSpPr>
        <p:spPr>
          <a:xfrm>
            <a:off x="2686588" y="1486900"/>
            <a:ext cx="914400" cy="914400"/>
          </a:xfrm>
          <a:prstGeom prst="flowChartConnector">
            <a:avLst/>
          </a:prstGeom>
          <a:solidFill>
            <a:schemeClr val="accent3"/>
          </a:solidFill>
          <a:ln cap="flat" cmpd="sng" w="7625">
            <a:solidFill>
              <a:schemeClr val="accent3"/>
            </a:solidFill>
            <a:prstDash val="solid"/>
            <a:round/>
            <a:headEnd len="sm" w="sm" type="none"/>
            <a:tailEnd len="sm" w="sm" type="none"/>
          </a:ln>
          <a:effectLst>
            <a:outerShdw blurRad="45715" rotWithShape="0" algn="bl" dir="5400000" dist="15238">
              <a:srgbClr val="000000">
                <a:alpha val="50000"/>
              </a:srgbClr>
            </a:outerShdw>
          </a:effectLst>
        </p:spPr>
        <p:txBody>
          <a:bodyPr anchorCtr="0" anchor="ctr" bIns="73150" lIns="73150" spcFirstLastPara="1" rIns="73150" wrap="square" tIns="73150">
            <a:noAutofit/>
          </a:bodyPr>
          <a:lstStyle/>
          <a:p>
            <a:pPr indent="0" lvl="0" marL="0" rtl="0" algn="ctr">
              <a:spcBef>
                <a:spcPts val="0"/>
              </a:spcBef>
              <a:spcAft>
                <a:spcPts val="0"/>
              </a:spcAft>
              <a:buNone/>
            </a:pPr>
            <a:r>
              <a:rPr lang="en" sz="1019"/>
              <a:t>Create Chef Profile</a:t>
            </a:r>
            <a:endParaRPr sz="1019"/>
          </a:p>
        </p:txBody>
      </p:sp>
      <p:cxnSp>
        <p:nvCxnSpPr>
          <p:cNvPr id="208" name="Google Shape;208;p29"/>
          <p:cNvCxnSpPr>
            <a:stCxn id="202" idx="6"/>
            <a:endCxn id="207" idx="2"/>
          </p:cNvCxnSpPr>
          <p:nvPr/>
        </p:nvCxnSpPr>
        <p:spPr>
          <a:xfrm>
            <a:off x="1497600" y="1931500"/>
            <a:ext cx="1188900" cy="12600"/>
          </a:xfrm>
          <a:prstGeom prst="curvedConnector3">
            <a:avLst>
              <a:gd fmla="val 50004" name="adj1"/>
            </a:avLst>
          </a:prstGeom>
          <a:noFill/>
          <a:ln cap="flat" cmpd="sng" w="9525">
            <a:solidFill>
              <a:schemeClr val="dk2"/>
            </a:solidFill>
            <a:prstDash val="solid"/>
            <a:round/>
            <a:headEnd len="med" w="med" type="none"/>
            <a:tailEnd len="med" w="med" type="none"/>
          </a:ln>
        </p:spPr>
      </p:cxnSp>
      <p:cxnSp>
        <p:nvCxnSpPr>
          <p:cNvPr id="209" name="Google Shape;209;p29"/>
          <p:cNvCxnSpPr>
            <a:stCxn id="207" idx="6"/>
            <a:endCxn id="203" idx="2"/>
          </p:cNvCxnSpPr>
          <p:nvPr/>
        </p:nvCxnSpPr>
        <p:spPr>
          <a:xfrm>
            <a:off x="3600988" y="1944100"/>
            <a:ext cx="1188900" cy="29100"/>
          </a:xfrm>
          <a:prstGeom prst="curvedConnector3">
            <a:avLst>
              <a:gd fmla="val 50005" name="adj1"/>
            </a:avLst>
          </a:prstGeom>
          <a:noFill/>
          <a:ln cap="flat" cmpd="sng" w="9525">
            <a:solidFill>
              <a:schemeClr val="dk2"/>
            </a:solidFill>
            <a:prstDash val="solid"/>
            <a:round/>
            <a:headEnd len="med" w="med" type="none"/>
            <a:tailEnd len="med" w="med" type="none"/>
          </a:ln>
        </p:spPr>
      </p:cxnSp>
      <p:cxnSp>
        <p:nvCxnSpPr>
          <p:cNvPr id="210" name="Google Shape;210;p29"/>
          <p:cNvCxnSpPr>
            <a:stCxn id="203" idx="6"/>
            <a:endCxn id="204" idx="2"/>
          </p:cNvCxnSpPr>
          <p:nvPr/>
        </p:nvCxnSpPr>
        <p:spPr>
          <a:xfrm flipH="1" rot="10800000">
            <a:off x="5704400" y="1958800"/>
            <a:ext cx="1188900" cy="14400"/>
          </a:xfrm>
          <a:prstGeom prst="curvedConnector3">
            <a:avLst>
              <a:gd fmla="val 50004" name="adj1"/>
            </a:avLst>
          </a:prstGeom>
          <a:noFill/>
          <a:ln cap="flat" cmpd="sng" w="9525">
            <a:solidFill>
              <a:schemeClr val="dk2"/>
            </a:solidFill>
            <a:prstDash val="solid"/>
            <a:round/>
            <a:headEnd len="med" w="med" type="none"/>
            <a:tailEnd len="med" w="med" type="none"/>
          </a:ln>
        </p:spPr>
      </p:cxnSp>
      <p:sp>
        <p:nvSpPr>
          <p:cNvPr id="211" name="Google Shape;211;p29"/>
          <p:cNvSpPr/>
          <p:nvPr/>
        </p:nvSpPr>
        <p:spPr>
          <a:xfrm>
            <a:off x="2656225" y="3037700"/>
            <a:ext cx="914400" cy="914400"/>
          </a:xfrm>
          <a:prstGeom prst="flowChartConnector">
            <a:avLst/>
          </a:prstGeom>
          <a:solidFill>
            <a:schemeClr val="accent3"/>
          </a:solidFill>
          <a:ln cap="flat" cmpd="sng" w="7625">
            <a:solidFill>
              <a:schemeClr val="accent3"/>
            </a:solidFill>
            <a:prstDash val="solid"/>
            <a:round/>
            <a:headEnd len="sm" w="sm" type="none"/>
            <a:tailEnd len="sm" w="sm" type="none"/>
          </a:ln>
          <a:effectLst>
            <a:outerShdw blurRad="45715" rotWithShape="0" algn="bl" dir="5400000" dist="15238">
              <a:srgbClr val="000000">
                <a:alpha val="50000"/>
              </a:srgbClr>
            </a:outerShdw>
          </a:effectLst>
        </p:spPr>
        <p:txBody>
          <a:bodyPr anchorCtr="0" anchor="ctr" bIns="73150" lIns="73150" spcFirstLastPara="1" rIns="73150" wrap="square" tIns="73150">
            <a:noAutofit/>
          </a:bodyPr>
          <a:lstStyle/>
          <a:p>
            <a:pPr indent="0" lvl="0" marL="0" rtl="0" algn="ctr">
              <a:spcBef>
                <a:spcPts val="0"/>
              </a:spcBef>
              <a:spcAft>
                <a:spcPts val="0"/>
              </a:spcAft>
              <a:buNone/>
            </a:pPr>
            <a:r>
              <a:rPr lang="en" sz="919"/>
              <a:t>Receive</a:t>
            </a:r>
            <a:r>
              <a:rPr lang="en" sz="919"/>
              <a:t> Payment &amp; rating</a:t>
            </a:r>
            <a:endParaRPr sz="919"/>
          </a:p>
        </p:txBody>
      </p:sp>
      <p:cxnSp>
        <p:nvCxnSpPr>
          <p:cNvPr id="212" name="Google Shape;212;p29"/>
          <p:cNvCxnSpPr>
            <a:stCxn id="205" idx="2"/>
            <a:endCxn id="211" idx="6"/>
          </p:cNvCxnSpPr>
          <p:nvPr/>
        </p:nvCxnSpPr>
        <p:spPr>
          <a:xfrm rot="10800000">
            <a:off x="3570613" y="3494900"/>
            <a:ext cx="1219500" cy="12600"/>
          </a:xfrm>
          <a:prstGeom prst="curvedConnector3">
            <a:avLst>
              <a:gd fmla="val 49999" name="adj1"/>
            </a:avLst>
          </a:prstGeom>
          <a:noFill/>
          <a:ln cap="flat" cmpd="sng" w="9525">
            <a:solidFill>
              <a:schemeClr val="dk2"/>
            </a:solidFill>
            <a:prstDash val="solid"/>
            <a:round/>
            <a:headEnd len="med" w="med" type="none"/>
            <a:tailEnd len="med" w="med" type="none"/>
          </a:ln>
        </p:spPr>
      </p:cxnSp>
      <p:cxnSp>
        <p:nvCxnSpPr>
          <p:cNvPr id="213" name="Google Shape;213;p29"/>
          <p:cNvCxnSpPr>
            <a:stCxn id="204" idx="6"/>
            <a:endCxn id="206" idx="6"/>
          </p:cNvCxnSpPr>
          <p:nvPr/>
        </p:nvCxnSpPr>
        <p:spPr>
          <a:xfrm>
            <a:off x="7807800" y="1958650"/>
            <a:ext cx="600" cy="1584900"/>
          </a:xfrm>
          <a:prstGeom prst="curvedConnector3">
            <a:avLst>
              <a:gd fmla="val 39687500" name="adj1"/>
            </a:avLst>
          </a:prstGeom>
          <a:noFill/>
          <a:ln cap="flat" cmpd="sng" w="9525">
            <a:solidFill>
              <a:schemeClr val="dk2"/>
            </a:solidFill>
            <a:prstDash val="solid"/>
            <a:round/>
            <a:headEnd len="med" w="med" type="none"/>
            <a:tailEnd len="med" w="med" type="none"/>
          </a:ln>
        </p:spPr>
      </p:cxnSp>
      <p:cxnSp>
        <p:nvCxnSpPr>
          <p:cNvPr id="214" name="Google Shape;214;p29"/>
          <p:cNvCxnSpPr>
            <a:stCxn id="206" idx="2"/>
            <a:endCxn id="205" idx="6"/>
          </p:cNvCxnSpPr>
          <p:nvPr/>
        </p:nvCxnSpPr>
        <p:spPr>
          <a:xfrm rot="10800000">
            <a:off x="5704500" y="3507500"/>
            <a:ext cx="1188900" cy="36000"/>
          </a:xfrm>
          <a:prstGeom prst="curvedConnector3">
            <a:avLst>
              <a:gd fmla="val 49999"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1"/>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mt="50000"/>
            </a:blip>
            <a:stretch>
              <a:fillRect b="0" l="0" r="0" t="0"/>
            </a:stretch>
          </a:blipFill>
          <a:ln>
            <a:noFill/>
          </a:ln>
        </p:spPr>
      </p:sp>
      <p:cxnSp>
        <p:nvCxnSpPr>
          <p:cNvPr id="224" name="Google Shape;224;p31"/>
          <p:cNvCxnSpPr/>
          <p:nvPr/>
        </p:nvCxnSpPr>
        <p:spPr>
          <a:xfrm>
            <a:off x="583200" y="514350"/>
            <a:ext cx="343662" cy="0"/>
          </a:xfrm>
          <a:prstGeom prst="straightConnector1">
            <a:avLst/>
          </a:prstGeom>
          <a:noFill/>
          <a:ln cap="flat" cmpd="sng" w="76200">
            <a:solidFill>
              <a:srgbClr val="000000"/>
            </a:solidFill>
            <a:prstDash val="solid"/>
            <a:round/>
            <a:headEnd len="sm" w="sm" type="none"/>
            <a:tailEnd len="sm" w="sm" type="none"/>
          </a:ln>
        </p:spPr>
      </p:cxnSp>
      <p:sp>
        <p:nvSpPr>
          <p:cNvPr id="225" name="Google Shape;225;p31"/>
          <p:cNvSpPr txBox="1"/>
          <p:nvPr/>
        </p:nvSpPr>
        <p:spPr>
          <a:xfrm>
            <a:off x="583200" y="616925"/>
            <a:ext cx="2070600" cy="4926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lang="en" sz="3200">
                <a:latin typeface="DM Serif Display"/>
                <a:ea typeface="DM Serif Display"/>
                <a:cs typeface="DM Serif Display"/>
                <a:sym typeface="DM Serif Display"/>
              </a:rPr>
              <a:t>Data </a:t>
            </a:r>
            <a:r>
              <a:rPr b="0" i="0" lang="en" sz="3200" u="none" cap="none" strike="noStrike">
                <a:solidFill>
                  <a:srgbClr val="000000"/>
                </a:solidFill>
                <a:latin typeface="DM Serif Display"/>
                <a:ea typeface="DM Serif Display"/>
                <a:cs typeface="DM Serif Display"/>
                <a:sym typeface="DM Serif Display"/>
              </a:rPr>
              <a:t>Model</a:t>
            </a:r>
            <a:endParaRPr sz="700"/>
          </a:p>
        </p:txBody>
      </p:sp>
      <p:sp>
        <p:nvSpPr>
          <p:cNvPr id="226" name="Google Shape;226;p31"/>
          <p:cNvSpPr txBox="1"/>
          <p:nvPr/>
        </p:nvSpPr>
        <p:spPr>
          <a:xfrm>
            <a:off x="6835563" y="4571048"/>
            <a:ext cx="1725300" cy="123000"/>
          </a:xfrm>
          <a:prstGeom prst="rect">
            <a:avLst/>
          </a:prstGeom>
          <a:noFill/>
          <a:ln>
            <a:noFill/>
          </a:ln>
        </p:spPr>
        <p:txBody>
          <a:bodyPr anchorCtr="0" anchor="t" bIns="0" lIns="0" spcFirstLastPara="1" rIns="0" wrap="square" tIns="0">
            <a:spAutoFit/>
          </a:bodyPr>
          <a:lstStyle/>
          <a:p>
            <a:pPr indent="0" lvl="0" marL="0" marR="0" rtl="0" algn="r">
              <a:lnSpc>
                <a:spcPct val="140025"/>
              </a:lnSpc>
              <a:spcBef>
                <a:spcPts val="0"/>
              </a:spcBef>
              <a:spcAft>
                <a:spcPts val="0"/>
              </a:spcAft>
              <a:buNone/>
            </a:pPr>
            <a:r>
              <a:rPr lang="en" sz="800"/>
              <a:t>6</a:t>
            </a:r>
            <a:endParaRPr sz="700"/>
          </a:p>
        </p:txBody>
      </p:sp>
      <p:sp>
        <p:nvSpPr>
          <p:cNvPr id="227" name="Google Shape;227;p31"/>
          <p:cNvSpPr txBox="1"/>
          <p:nvPr/>
        </p:nvSpPr>
        <p:spPr>
          <a:xfrm>
            <a:off x="587962" y="1205717"/>
            <a:ext cx="5769231" cy="229552"/>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1200" u="none" cap="none" strike="noStrike">
                <a:solidFill>
                  <a:srgbClr val="000000"/>
                </a:solidFill>
                <a:latin typeface="Arial"/>
                <a:ea typeface="Arial"/>
                <a:cs typeface="Arial"/>
                <a:sym typeface="Arial"/>
              </a:rPr>
              <a:t>We offer flexible, scalable services for businesses of all sizes.</a:t>
            </a:r>
            <a:endParaRPr sz="700"/>
          </a:p>
        </p:txBody>
      </p:sp>
      <p:sp>
        <p:nvSpPr>
          <p:cNvPr id="228" name="Google Shape;228;p31"/>
          <p:cNvSpPr txBox="1"/>
          <p:nvPr/>
        </p:nvSpPr>
        <p:spPr>
          <a:xfrm>
            <a:off x="587962" y="1821032"/>
            <a:ext cx="2416804" cy="47244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 sz="1200" u="none" cap="none" strike="noStrike">
                <a:solidFill>
                  <a:srgbClr val="000000"/>
                </a:solidFill>
                <a:latin typeface="Arial"/>
                <a:ea typeface="Arial"/>
                <a:cs typeface="Arial"/>
                <a:sym typeface="Arial"/>
              </a:rPr>
              <a:t>Monthly Retainer</a:t>
            </a:r>
            <a:endParaRPr sz="700"/>
          </a:p>
          <a:p>
            <a:pPr indent="0" lvl="0" marL="0" marR="0" rtl="0" algn="l">
              <a:lnSpc>
                <a:spcPct val="160000"/>
              </a:lnSpc>
              <a:spcBef>
                <a:spcPts val="0"/>
              </a:spcBef>
              <a:spcAft>
                <a:spcPts val="0"/>
              </a:spcAft>
              <a:buNone/>
            </a:pPr>
            <a:r>
              <a:rPr b="1" i="0" lang="en" sz="1200" u="none" cap="none" strike="noStrike">
                <a:solidFill>
                  <a:srgbClr val="000000"/>
                </a:solidFill>
                <a:latin typeface="Arial"/>
                <a:ea typeface="Arial"/>
                <a:cs typeface="Arial"/>
                <a:sym typeface="Arial"/>
              </a:rPr>
              <a:t>Packages</a:t>
            </a:r>
            <a:endParaRPr sz="700"/>
          </a:p>
        </p:txBody>
      </p:sp>
      <p:sp>
        <p:nvSpPr>
          <p:cNvPr id="229" name="Google Shape;229;p31"/>
          <p:cNvSpPr txBox="1"/>
          <p:nvPr/>
        </p:nvSpPr>
        <p:spPr>
          <a:xfrm>
            <a:off x="583199" y="2426187"/>
            <a:ext cx="2421567" cy="1797368"/>
          </a:xfrm>
          <a:prstGeom prst="rect">
            <a:avLst/>
          </a:prstGeom>
          <a:noFill/>
          <a:ln>
            <a:noFill/>
          </a:ln>
        </p:spPr>
        <p:txBody>
          <a:bodyPr anchorCtr="0" anchor="t" bIns="0" lIns="0" spcFirstLastPara="1" rIns="0" wrap="square" tIns="0">
            <a:spAutoFit/>
          </a:bodyPr>
          <a:lstStyle/>
          <a:p>
            <a:pPr indent="-95250" lvl="1" marL="190500" marR="0" rtl="0" algn="l">
              <a:lnSpc>
                <a:spcPct val="160000"/>
              </a:lnSpc>
              <a:spcBef>
                <a:spcPts val="0"/>
              </a:spcBef>
              <a:spcAft>
                <a:spcPts val="0"/>
              </a:spcAft>
              <a:buClr>
                <a:srgbClr val="000000"/>
              </a:buClr>
              <a:buSzPts val="900"/>
              <a:buFont typeface="Arial"/>
              <a:buChar char="•"/>
            </a:pPr>
            <a:r>
              <a:rPr b="0" i="0" lang="en" sz="900" u="none" cap="none" strike="noStrike">
                <a:solidFill>
                  <a:srgbClr val="000000"/>
                </a:solidFill>
                <a:latin typeface="Arial"/>
                <a:ea typeface="Arial"/>
                <a:cs typeface="Arial"/>
                <a:sym typeface="Arial"/>
              </a:rPr>
              <a:t>Tiered pricing (Starter / Growth / Premium)</a:t>
            </a:r>
            <a:endParaRPr sz="700"/>
          </a:p>
          <a:p>
            <a:pPr indent="-95250" lvl="1" marL="190500" marR="0" rtl="0" algn="l">
              <a:lnSpc>
                <a:spcPct val="160000"/>
              </a:lnSpc>
              <a:spcBef>
                <a:spcPts val="0"/>
              </a:spcBef>
              <a:spcAft>
                <a:spcPts val="0"/>
              </a:spcAft>
              <a:buClr>
                <a:srgbClr val="000000"/>
              </a:buClr>
              <a:buSzPts val="900"/>
              <a:buFont typeface="Arial"/>
              <a:buChar char="•"/>
            </a:pPr>
            <a:r>
              <a:rPr b="0" i="0" lang="en" sz="900" u="none" cap="none" strike="noStrike">
                <a:solidFill>
                  <a:srgbClr val="000000"/>
                </a:solidFill>
                <a:latin typeface="Arial"/>
                <a:ea typeface="Arial"/>
                <a:cs typeface="Arial"/>
                <a:sym typeface="Arial"/>
              </a:rPr>
              <a:t>Includes a set number of services: strategy sessions, content creation, campaign management, etc.</a:t>
            </a:r>
            <a:endParaRPr sz="700"/>
          </a:p>
          <a:p>
            <a:pPr indent="-95250" lvl="1" marL="190500" marR="0" rtl="0" algn="l">
              <a:lnSpc>
                <a:spcPct val="160000"/>
              </a:lnSpc>
              <a:spcBef>
                <a:spcPts val="0"/>
              </a:spcBef>
              <a:spcAft>
                <a:spcPts val="0"/>
              </a:spcAft>
              <a:buClr>
                <a:srgbClr val="000000"/>
              </a:buClr>
              <a:buSzPts val="900"/>
              <a:buFont typeface="Arial"/>
              <a:buChar char="•"/>
            </a:pPr>
            <a:r>
              <a:rPr b="0" i="0" lang="en" sz="900" u="none" cap="none" strike="noStrike">
                <a:solidFill>
                  <a:srgbClr val="000000"/>
                </a:solidFill>
                <a:latin typeface="Arial"/>
                <a:ea typeface="Arial"/>
                <a:cs typeface="Arial"/>
                <a:sym typeface="Arial"/>
              </a:rPr>
              <a:t>Ideal for businesses needing consistent support and measurable results over time</a:t>
            </a:r>
            <a:endParaRPr sz="700"/>
          </a:p>
          <a:p>
            <a:pPr indent="-95250" lvl="1" marL="190500" marR="0" rtl="0" algn="l">
              <a:lnSpc>
                <a:spcPct val="160000"/>
              </a:lnSpc>
              <a:spcBef>
                <a:spcPts val="0"/>
              </a:spcBef>
              <a:spcAft>
                <a:spcPts val="0"/>
              </a:spcAft>
              <a:buClr>
                <a:srgbClr val="000000"/>
              </a:buClr>
              <a:buSzPts val="900"/>
              <a:buFont typeface="Arial"/>
              <a:buChar char="•"/>
            </a:pPr>
            <a:r>
              <a:rPr b="0" i="0" lang="en" sz="900" u="none" cap="none" strike="noStrike">
                <a:solidFill>
                  <a:srgbClr val="000000"/>
                </a:solidFill>
                <a:latin typeface="Arial"/>
                <a:ea typeface="Arial"/>
                <a:cs typeface="Arial"/>
                <a:sym typeface="Arial"/>
              </a:rPr>
              <a:t>Predictable revenue and long-term client relationships</a:t>
            </a:r>
            <a:endParaRPr sz="700"/>
          </a:p>
        </p:txBody>
      </p:sp>
      <p:sp>
        <p:nvSpPr>
          <p:cNvPr id="230" name="Google Shape;230;p31"/>
          <p:cNvSpPr txBox="1"/>
          <p:nvPr/>
        </p:nvSpPr>
        <p:spPr>
          <a:xfrm>
            <a:off x="3365980" y="1821032"/>
            <a:ext cx="2416804" cy="47244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 sz="1200" u="none" cap="none" strike="noStrike">
                <a:solidFill>
                  <a:srgbClr val="000000"/>
                </a:solidFill>
                <a:latin typeface="Arial"/>
                <a:ea typeface="Arial"/>
                <a:cs typeface="Arial"/>
                <a:sym typeface="Arial"/>
              </a:rPr>
              <a:t>One-Off Campaigns &amp; Consulting</a:t>
            </a:r>
            <a:endParaRPr sz="700"/>
          </a:p>
        </p:txBody>
      </p:sp>
      <p:sp>
        <p:nvSpPr>
          <p:cNvPr id="231" name="Google Shape;231;p31"/>
          <p:cNvSpPr txBox="1"/>
          <p:nvPr/>
        </p:nvSpPr>
        <p:spPr>
          <a:xfrm>
            <a:off x="3361217" y="2426187"/>
            <a:ext cx="2421567" cy="1254443"/>
          </a:xfrm>
          <a:prstGeom prst="rect">
            <a:avLst/>
          </a:prstGeom>
          <a:noFill/>
          <a:ln>
            <a:noFill/>
          </a:ln>
        </p:spPr>
        <p:txBody>
          <a:bodyPr anchorCtr="0" anchor="t" bIns="0" lIns="0" spcFirstLastPara="1" rIns="0" wrap="square" tIns="0">
            <a:spAutoFit/>
          </a:bodyPr>
          <a:lstStyle/>
          <a:p>
            <a:pPr indent="-95250" lvl="1" marL="190500" marR="0" rtl="0" algn="l">
              <a:lnSpc>
                <a:spcPct val="160000"/>
              </a:lnSpc>
              <a:spcBef>
                <a:spcPts val="0"/>
              </a:spcBef>
              <a:spcAft>
                <a:spcPts val="0"/>
              </a:spcAft>
              <a:buClr>
                <a:srgbClr val="000000"/>
              </a:buClr>
              <a:buSzPts val="900"/>
              <a:buFont typeface="Arial"/>
              <a:buChar char="•"/>
            </a:pPr>
            <a:r>
              <a:rPr b="0" i="0" lang="en" sz="900" u="none" cap="none" strike="noStrike">
                <a:solidFill>
                  <a:srgbClr val="000000"/>
                </a:solidFill>
                <a:latin typeface="Arial"/>
                <a:ea typeface="Arial"/>
                <a:cs typeface="Arial"/>
                <a:sym typeface="Arial"/>
              </a:rPr>
              <a:t>Project-based pricing for seasonal or special campaigns</a:t>
            </a:r>
            <a:endParaRPr sz="700"/>
          </a:p>
          <a:p>
            <a:pPr indent="-95250" lvl="1" marL="190500" marR="0" rtl="0" algn="l">
              <a:lnSpc>
                <a:spcPct val="160000"/>
              </a:lnSpc>
              <a:spcBef>
                <a:spcPts val="0"/>
              </a:spcBef>
              <a:spcAft>
                <a:spcPts val="0"/>
              </a:spcAft>
              <a:buClr>
                <a:srgbClr val="000000"/>
              </a:buClr>
              <a:buSzPts val="900"/>
              <a:buFont typeface="Arial"/>
              <a:buChar char="•"/>
            </a:pPr>
            <a:r>
              <a:rPr b="0" i="0" lang="en" sz="900" u="none" cap="none" strike="noStrike">
                <a:solidFill>
                  <a:srgbClr val="000000"/>
                </a:solidFill>
                <a:latin typeface="Arial"/>
                <a:ea typeface="Arial"/>
                <a:cs typeface="Arial"/>
                <a:sym typeface="Arial"/>
              </a:rPr>
              <a:t>Includes short-term social media pushes, product launches, rebranding, or digital audits</a:t>
            </a:r>
            <a:endParaRPr sz="700"/>
          </a:p>
          <a:p>
            <a:pPr indent="-95250" lvl="1" marL="190500" marR="0" rtl="0" algn="l">
              <a:lnSpc>
                <a:spcPct val="160000"/>
              </a:lnSpc>
              <a:spcBef>
                <a:spcPts val="0"/>
              </a:spcBef>
              <a:spcAft>
                <a:spcPts val="0"/>
              </a:spcAft>
              <a:buClr>
                <a:srgbClr val="000000"/>
              </a:buClr>
              <a:buSzPts val="900"/>
              <a:buFont typeface="Arial"/>
              <a:buChar char="•"/>
            </a:pPr>
            <a:r>
              <a:rPr b="0" i="0" lang="en" sz="900" u="none" cap="none" strike="noStrike">
                <a:solidFill>
                  <a:srgbClr val="000000"/>
                </a:solidFill>
                <a:latin typeface="Arial"/>
                <a:ea typeface="Arial"/>
                <a:cs typeface="Arial"/>
                <a:sym typeface="Arial"/>
              </a:rPr>
              <a:t>Ideal for clients testing the waters or addressing a specific need</a:t>
            </a:r>
            <a:endParaRPr sz="700"/>
          </a:p>
        </p:txBody>
      </p:sp>
      <p:sp>
        <p:nvSpPr>
          <p:cNvPr id="232" name="Google Shape;232;p31"/>
          <p:cNvSpPr txBox="1"/>
          <p:nvPr/>
        </p:nvSpPr>
        <p:spPr>
          <a:xfrm>
            <a:off x="6143997" y="1821032"/>
            <a:ext cx="2416804" cy="47244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 sz="1200" u="none" cap="none" strike="noStrike">
                <a:solidFill>
                  <a:srgbClr val="000000"/>
                </a:solidFill>
                <a:latin typeface="Arial"/>
                <a:ea typeface="Arial"/>
                <a:cs typeface="Arial"/>
                <a:sym typeface="Arial"/>
              </a:rPr>
              <a:t>Workshops &amp; Training for In-House Teams</a:t>
            </a:r>
            <a:endParaRPr sz="700"/>
          </a:p>
        </p:txBody>
      </p:sp>
      <p:sp>
        <p:nvSpPr>
          <p:cNvPr id="233" name="Google Shape;233;p31"/>
          <p:cNvSpPr txBox="1"/>
          <p:nvPr/>
        </p:nvSpPr>
        <p:spPr>
          <a:xfrm>
            <a:off x="6139235" y="2426187"/>
            <a:ext cx="2421567" cy="1616393"/>
          </a:xfrm>
          <a:prstGeom prst="rect">
            <a:avLst/>
          </a:prstGeom>
          <a:noFill/>
          <a:ln>
            <a:noFill/>
          </a:ln>
        </p:spPr>
        <p:txBody>
          <a:bodyPr anchorCtr="0" anchor="t" bIns="0" lIns="0" spcFirstLastPara="1" rIns="0" wrap="square" tIns="0">
            <a:spAutoFit/>
          </a:bodyPr>
          <a:lstStyle/>
          <a:p>
            <a:pPr indent="-95250" lvl="1" marL="190500" marR="0" rtl="0" algn="l">
              <a:lnSpc>
                <a:spcPct val="160000"/>
              </a:lnSpc>
              <a:spcBef>
                <a:spcPts val="0"/>
              </a:spcBef>
              <a:spcAft>
                <a:spcPts val="0"/>
              </a:spcAft>
              <a:buClr>
                <a:srgbClr val="000000"/>
              </a:buClr>
              <a:buSzPts val="900"/>
              <a:buFont typeface="Arial"/>
              <a:buChar char="•"/>
            </a:pPr>
            <a:r>
              <a:rPr b="0" i="0" lang="en" sz="900" u="none" cap="none" strike="noStrike">
                <a:solidFill>
                  <a:srgbClr val="000000"/>
                </a:solidFill>
                <a:latin typeface="Arial"/>
                <a:ea typeface="Arial"/>
                <a:cs typeface="Arial"/>
                <a:sym typeface="Arial"/>
              </a:rPr>
              <a:t>Interactive, skill-based training: SEO, social media strategy, content planning, reporting</a:t>
            </a:r>
            <a:endParaRPr sz="700"/>
          </a:p>
          <a:p>
            <a:pPr indent="-95250" lvl="1" marL="190500" marR="0" rtl="0" algn="l">
              <a:lnSpc>
                <a:spcPct val="160000"/>
              </a:lnSpc>
              <a:spcBef>
                <a:spcPts val="0"/>
              </a:spcBef>
              <a:spcAft>
                <a:spcPts val="0"/>
              </a:spcAft>
              <a:buClr>
                <a:srgbClr val="000000"/>
              </a:buClr>
              <a:buSzPts val="900"/>
              <a:buFont typeface="Arial"/>
              <a:buChar char="•"/>
            </a:pPr>
            <a:r>
              <a:rPr b="0" i="0" lang="en" sz="900" u="none" cap="none" strike="noStrike">
                <a:solidFill>
                  <a:srgbClr val="000000"/>
                </a:solidFill>
                <a:latin typeface="Arial"/>
                <a:ea typeface="Arial"/>
                <a:cs typeface="Arial"/>
                <a:sym typeface="Arial"/>
              </a:rPr>
              <a:t>Delivered via webinars, video modules, or on-site sessions</a:t>
            </a:r>
            <a:endParaRPr sz="700"/>
          </a:p>
          <a:p>
            <a:pPr indent="-95250" lvl="1" marL="190500" marR="0" rtl="0" algn="l">
              <a:lnSpc>
                <a:spcPct val="160000"/>
              </a:lnSpc>
              <a:spcBef>
                <a:spcPts val="0"/>
              </a:spcBef>
              <a:spcAft>
                <a:spcPts val="0"/>
              </a:spcAft>
              <a:buClr>
                <a:srgbClr val="000000"/>
              </a:buClr>
              <a:buSzPts val="900"/>
              <a:buFont typeface="Arial"/>
              <a:buChar char="•"/>
            </a:pPr>
            <a:r>
              <a:rPr b="0" i="0" lang="en" sz="900" u="none" cap="none" strike="noStrike">
                <a:solidFill>
                  <a:srgbClr val="000000"/>
                </a:solidFill>
                <a:latin typeface="Arial"/>
                <a:ea typeface="Arial"/>
                <a:cs typeface="Arial"/>
                <a:sym typeface="Arial"/>
              </a:rPr>
              <a:t>Great for businesses building internal marketing capability</a:t>
            </a:r>
            <a:endParaRPr sz="700"/>
          </a:p>
          <a:p>
            <a:pPr indent="-95250" lvl="1" marL="190500" marR="0" rtl="0" algn="l">
              <a:lnSpc>
                <a:spcPct val="160000"/>
              </a:lnSpc>
              <a:spcBef>
                <a:spcPts val="0"/>
              </a:spcBef>
              <a:spcAft>
                <a:spcPts val="0"/>
              </a:spcAft>
              <a:buClr>
                <a:srgbClr val="000000"/>
              </a:buClr>
              <a:buSzPts val="900"/>
              <a:buFont typeface="Arial"/>
              <a:buChar char="•"/>
            </a:pPr>
            <a:r>
              <a:rPr b="0" i="0" lang="en" sz="900" u="none" cap="none" strike="noStrike">
                <a:solidFill>
                  <a:srgbClr val="000000"/>
                </a:solidFill>
                <a:latin typeface="Arial"/>
                <a:ea typeface="Arial"/>
                <a:cs typeface="Arial"/>
                <a:sym typeface="Arial"/>
              </a:rPr>
              <a:t>Revenue stream that also builds brand authority</a:t>
            </a:r>
            <a:endParaRPr sz="7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mt="50000"/>
            </a:blip>
            <a:stretch>
              <a:fillRect b="0" l="0" r="0" t="0"/>
            </a:stretch>
          </a:blipFill>
          <a:ln>
            <a:noFill/>
          </a:ln>
        </p:spPr>
      </p:sp>
      <p:cxnSp>
        <p:nvCxnSpPr>
          <p:cNvPr id="239" name="Google Shape;239;p32"/>
          <p:cNvCxnSpPr/>
          <p:nvPr/>
        </p:nvCxnSpPr>
        <p:spPr>
          <a:xfrm>
            <a:off x="583200" y="514350"/>
            <a:ext cx="343800" cy="0"/>
          </a:xfrm>
          <a:prstGeom prst="straightConnector1">
            <a:avLst/>
          </a:prstGeom>
          <a:noFill/>
          <a:ln cap="flat" cmpd="sng" w="76200">
            <a:solidFill>
              <a:srgbClr val="000000"/>
            </a:solidFill>
            <a:prstDash val="solid"/>
            <a:round/>
            <a:headEnd len="sm" w="sm" type="none"/>
            <a:tailEnd len="sm" w="sm" type="none"/>
          </a:ln>
        </p:spPr>
      </p:cxnSp>
      <p:sp>
        <p:nvSpPr>
          <p:cNvPr id="240" name="Google Shape;240;p32"/>
          <p:cNvSpPr txBox="1"/>
          <p:nvPr/>
        </p:nvSpPr>
        <p:spPr>
          <a:xfrm>
            <a:off x="583200" y="568700"/>
            <a:ext cx="4673400" cy="4002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lang="en" sz="2600">
                <a:latin typeface="DM Serif Display"/>
                <a:ea typeface="DM Serif Display"/>
                <a:cs typeface="DM Serif Display"/>
                <a:sym typeface="DM Serif Display"/>
              </a:rPr>
              <a:t>Relational Schema</a:t>
            </a:r>
            <a:endParaRPr sz="100"/>
          </a:p>
        </p:txBody>
      </p:sp>
      <p:sp>
        <p:nvSpPr>
          <p:cNvPr id="241" name="Google Shape;241;p32"/>
          <p:cNvSpPr txBox="1"/>
          <p:nvPr/>
        </p:nvSpPr>
        <p:spPr>
          <a:xfrm>
            <a:off x="6835563" y="4571048"/>
            <a:ext cx="1725300" cy="123000"/>
          </a:xfrm>
          <a:prstGeom prst="rect">
            <a:avLst/>
          </a:prstGeom>
          <a:noFill/>
          <a:ln>
            <a:noFill/>
          </a:ln>
        </p:spPr>
        <p:txBody>
          <a:bodyPr anchorCtr="0" anchor="t" bIns="0" lIns="0" spcFirstLastPara="1" rIns="0" wrap="square" tIns="0">
            <a:spAutoFit/>
          </a:bodyPr>
          <a:lstStyle/>
          <a:p>
            <a:pPr indent="0" lvl="0" marL="0" marR="0" rtl="0" algn="r">
              <a:lnSpc>
                <a:spcPct val="140025"/>
              </a:lnSpc>
              <a:spcBef>
                <a:spcPts val="0"/>
              </a:spcBef>
              <a:spcAft>
                <a:spcPts val="0"/>
              </a:spcAft>
              <a:buNone/>
            </a:pPr>
            <a:r>
              <a:rPr lang="en" sz="800"/>
              <a:t>6</a:t>
            </a:r>
            <a:endParaRPr sz="700"/>
          </a:p>
        </p:txBody>
      </p:sp>
      <p:sp>
        <p:nvSpPr>
          <p:cNvPr id="242" name="Google Shape;242;p32"/>
          <p:cNvSpPr txBox="1"/>
          <p:nvPr/>
        </p:nvSpPr>
        <p:spPr>
          <a:xfrm>
            <a:off x="587962" y="1205717"/>
            <a:ext cx="5769300" cy="107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sz="700"/>
          </a:p>
        </p:txBody>
      </p:sp>
      <p:sp>
        <p:nvSpPr>
          <p:cNvPr id="243" name="Google Shape;243;p32"/>
          <p:cNvSpPr txBox="1"/>
          <p:nvPr/>
        </p:nvSpPr>
        <p:spPr>
          <a:xfrm>
            <a:off x="587962" y="1821031"/>
            <a:ext cx="2416800" cy="107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sz="700"/>
          </a:p>
        </p:txBody>
      </p:sp>
      <p:sp>
        <p:nvSpPr>
          <p:cNvPr id="244" name="Google Shape;244;p32"/>
          <p:cNvSpPr txBox="1"/>
          <p:nvPr/>
        </p:nvSpPr>
        <p:spPr>
          <a:xfrm>
            <a:off x="583199" y="2426187"/>
            <a:ext cx="2421600" cy="107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sz="700"/>
          </a:p>
        </p:txBody>
      </p:sp>
      <p:sp>
        <p:nvSpPr>
          <p:cNvPr id="245" name="Google Shape;245;p32"/>
          <p:cNvSpPr txBox="1"/>
          <p:nvPr/>
        </p:nvSpPr>
        <p:spPr>
          <a:xfrm>
            <a:off x="3365980" y="1821031"/>
            <a:ext cx="2416800" cy="107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sz="700"/>
          </a:p>
        </p:txBody>
      </p:sp>
      <p:sp>
        <p:nvSpPr>
          <p:cNvPr id="246" name="Google Shape;246;p32"/>
          <p:cNvSpPr txBox="1"/>
          <p:nvPr/>
        </p:nvSpPr>
        <p:spPr>
          <a:xfrm>
            <a:off x="3361217" y="2426187"/>
            <a:ext cx="2421600" cy="107700"/>
          </a:xfrm>
          <a:prstGeom prst="rect">
            <a:avLst/>
          </a:prstGeom>
          <a:noFill/>
          <a:ln>
            <a:noFill/>
          </a:ln>
        </p:spPr>
        <p:txBody>
          <a:bodyPr anchorCtr="0" anchor="t" bIns="0" lIns="0" spcFirstLastPara="1" rIns="0" wrap="square" tIns="0">
            <a:spAutoFit/>
          </a:bodyPr>
          <a:lstStyle/>
          <a:p>
            <a:pPr indent="0" lvl="0" marL="914400" marR="0" rtl="0" algn="l">
              <a:lnSpc>
                <a:spcPct val="160000"/>
              </a:lnSpc>
              <a:spcBef>
                <a:spcPts val="0"/>
              </a:spcBef>
              <a:spcAft>
                <a:spcPts val="0"/>
              </a:spcAft>
              <a:buNone/>
            </a:pPr>
            <a:r>
              <a:t/>
            </a:r>
            <a:endParaRPr sz="700"/>
          </a:p>
        </p:txBody>
      </p:sp>
      <p:sp>
        <p:nvSpPr>
          <p:cNvPr id="247" name="Google Shape;247;p32"/>
          <p:cNvSpPr txBox="1"/>
          <p:nvPr/>
        </p:nvSpPr>
        <p:spPr>
          <a:xfrm>
            <a:off x="6143997" y="1821031"/>
            <a:ext cx="2416800" cy="107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sz="700"/>
          </a:p>
        </p:txBody>
      </p:sp>
      <p:sp>
        <p:nvSpPr>
          <p:cNvPr id="248" name="Google Shape;248;p32"/>
          <p:cNvSpPr txBox="1"/>
          <p:nvPr/>
        </p:nvSpPr>
        <p:spPr>
          <a:xfrm>
            <a:off x="6139235" y="2426187"/>
            <a:ext cx="2421600" cy="107700"/>
          </a:xfrm>
          <a:prstGeom prst="rect">
            <a:avLst/>
          </a:prstGeom>
          <a:noFill/>
          <a:ln>
            <a:noFill/>
          </a:ln>
        </p:spPr>
        <p:txBody>
          <a:bodyPr anchorCtr="0" anchor="t" bIns="0" lIns="0" spcFirstLastPara="1" rIns="0" wrap="square" tIns="0">
            <a:spAutoFit/>
          </a:bodyPr>
          <a:lstStyle/>
          <a:p>
            <a:pPr indent="0" lvl="0" marL="914400" marR="0" rtl="0" algn="l">
              <a:lnSpc>
                <a:spcPct val="160000"/>
              </a:lnSpc>
              <a:spcBef>
                <a:spcPts val="0"/>
              </a:spcBef>
              <a:spcAft>
                <a:spcPts val="0"/>
              </a:spcAft>
              <a:buNone/>
            </a:pPr>
            <a:r>
              <a:t/>
            </a:r>
            <a:endParaRPr sz="700"/>
          </a:p>
        </p:txBody>
      </p:sp>
      <p:pic>
        <p:nvPicPr>
          <p:cNvPr id="249" name="Google Shape;249;p32" title="Screenshot 2026-03-15 at 10.58.16 PM.png"/>
          <p:cNvPicPr preferRelativeResize="0"/>
          <p:nvPr/>
        </p:nvPicPr>
        <p:blipFill>
          <a:blip r:embed="rId4">
            <a:alphaModFix/>
          </a:blip>
          <a:stretch>
            <a:fillRect/>
          </a:stretch>
        </p:blipFill>
        <p:spPr>
          <a:xfrm>
            <a:off x="1492525" y="1205725"/>
            <a:ext cx="5200076" cy="37222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3"/>
          <p:cNvSpPr/>
          <p:nvPr/>
        </p:nvSpPr>
        <p:spPr>
          <a:xfrm>
            <a:off x="7"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mt="50000"/>
            </a:blip>
            <a:stretch>
              <a:fillRect b="0" l="0" r="0" t="0"/>
            </a:stretch>
          </a:blipFill>
          <a:ln>
            <a:noFill/>
          </a:ln>
        </p:spPr>
      </p:sp>
      <p:cxnSp>
        <p:nvCxnSpPr>
          <p:cNvPr id="255" name="Google Shape;255;p33"/>
          <p:cNvCxnSpPr/>
          <p:nvPr/>
        </p:nvCxnSpPr>
        <p:spPr>
          <a:xfrm>
            <a:off x="583200" y="514350"/>
            <a:ext cx="343800" cy="0"/>
          </a:xfrm>
          <a:prstGeom prst="straightConnector1">
            <a:avLst/>
          </a:prstGeom>
          <a:noFill/>
          <a:ln cap="flat" cmpd="sng" w="76200">
            <a:solidFill>
              <a:srgbClr val="000000"/>
            </a:solidFill>
            <a:prstDash val="solid"/>
            <a:round/>
            <a:headEnd len="sm" w="sm" type="none"/>
            <a:tailEnd len="sm" w="sm" type="none"/>
          </a:ln>
        </p:spPr>
      </p:cxnSp>
      <p:sp>
        <p:nvSpPr>
          <p:cNvPr id="256" name="Google Shape;256;p33"/>
          <p:cNvSpPr txBox="1"/>
          <p:nvPr/>
        </p:nvSpPr>
        <p:spPr>
          <a:xfrm>
            <a:off x="583200" y="616925"/>
            <a:ext cx="2014800" cy="4926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lang="en" sz="3200">
                <a:latin typeface="DM Serif Display"/>
                <a:ea typeface="DM Serif Display"/>
                <a:cs typeface="DM Serif Display"/>
                <a:sym typeface="DM Serif Display"/>
              </a:rPr>
              <a:t>The Stack</a:t>
            </a:r>
            <a:endParaRPr sz="700"/>
          </a:p>
        </p:txBody>
      </p:sp>
      <p:sp>
        <p:nvSpPr>
          <p:cNvPr id="257" name="Google Shape;257;p33"/>
          <p:cNvSpPr txBox="1"/>
          <p:nvPr/>
        </p:nvSpPr>
        <p:spPr>
          <a:xfrm>
            <a:off x="6845141" y="4571048"/>
            <a:ext cx="1725300" cy="123000"/>
          </a:xfrm>
          <a:prstGeom prst="rect">
            <a:avLst/>
          </a:prstGeom>
          <a:noFill/>
          <a:ln>
            <a:noFill/>
          </a:ln>
        </p:spPr>
        <p:txBody>
          <a:bodyPr anchorCtr="0" anchor="t" bIns="0" lIns="0" spcFirstLastPara="1" rIns="0" wrap="square" tIns="0">
            <a:spAutoFit/>
          </a:bodyPr>
          <a:lstStyle/>
          <a:p>
            <a:pPr indent="0" lvl="0" marL="0" marR="0" rtl="0" algn="r">
              <a:lnSpc>
                <a:spcPct val="140025"/>
              </a:lnSpc>
              <a:spcBef>
                <a:spcPts val="0"/>
              </a:spcBef>
              <a:spcAft>
                <a:spcPts val="0"/>
              </a:spcAft>
              <a:buNone/>
            </a:pPr>
            <a:r>
              <a:rPr lang="en" sz="800"/>
              <a:t>7</a:t>
            </a:r>
            <a:endParaRPr sz="700"/>
          </a:p>
        </p:txBody>
      </p:sp>
      <p:grpSp>
        <p:nvGrpSpPr>
          <p:cNvPr id="258" name="Google Shape;258;p33"/>
          <p:cNvGrpSpPr/>
          <p:nvPr/>
        </p:nvGrpSpPr>
        <p:grpSpPr>
          <a:xfrm>
            <a:off x="594300" y="1143267"/>
            <a:ext cx="1650553" cy="1619664"/>
            <a:chOff x="0" y="-47625"/>
            <a:chExt cx="812800" cy="860425"/>
          </a:xfrm>
        </p:grpSpPr>
        <p:sp>
          <p:nvSpPr>
            <p:cNvPr id="259" name="Google Shape;259;p33"/>
            <p:cNvSpPr/>
            <p:nvPr/>
          </p:nvSpPr>
          <p:spPr>
            <a:xfrm>
              <a:off x="0" y="0"/>
              <a:ext cx="812800" cy="812800"/>
            </a:xfrm>
            <a:custGeom>
              <a:rect b="b" l="l" r="r" t="t"/>
              <a:pathLst>
                <a:path extrusionOk="0" h="812800" w="812800">
                  <a:moveTo>
                    <a:pt x="127000" y="0"/>
                  </a:moveTo>
                  <a:lnTo>
                    <a:pt x="685800" y="0"/>
                  </a:lnTo>
                  <a:cubicBezTo>
                    <a:pt x="755940" y="0"/>
                    <a:pt x="812800" y="56860"/>
                    <a:pt x="812800" y="127000"/>
                  </a:cubicBezTo>
                  <a:lnTo>
                    <a:pt x="812800" y="685800"/>
                  </a:lnTo>
                  <a:cubicBezTo>
                    <a:pt x="812800" y="755940"/>
                    <a:pt x="755940" y="812800"/>
                    <a:pt x="685800" y="812800"/>
                  </a:cubicBezTo>
                  <a:lnTo>
                    <a:pt x="127000" y="812800"/>
                  </a:lnTo>
                  <a:cubicBezTo>
                    <a:pt x="56860" y="812800"/>
                    <a:pt x="0" y="755940"/>
                    <a:pt x="0" y="685800"/>
                  </a:cubicBezTo>
                  <a:lnTo>
                    <a:pt x="0" y="127000"/>
                  </a:lnTo>
                  <a:cubicBezTo>
                    <a:pt x="0" y="56860"/>
                    <a:pt x="56860" y="0"/>
                    <a:pt x="127000" y="0"/>
                  </a:cubicBezTo>
                  <a:close/>
                </a:path>
              </a:pathLst>
            </a:custGeom>
            <a:solidFill>
              <a:srgbClr val="FFFFFF">
                <a:alpha val="49800"/>
              </a:srgbClr>
            </a:solidFill>
            <a:ln cap="rnd" cmpd="sng" w="26125">
              <a:solidFill>
                <a:srgbClr val="000000">
                  <a:alpha val="49800"/>
                </a:srgbClr>
              </a:solidFill>
              <a:prstDash val="solid"/>
              <a:round/>
              <a:headEnd len="sm" w="sm" type="none"/>
              <a:tailEnd len="sm" w="sm" type="none"/>
            </a:ln>
          </p:spPr>
          <p:txBody>
            <a:bodyPr anchorCtr="0" anchor="ctr" bIns="41800" lIns="41800" spcFirstLastPara="1" rIns="41800" wrap="square" tIns="41800">
              <a:noAutofit/>
            </a:bodyPr>
            <a:lstStyle/>
            <a:p>
              <a:pPr indent="0" lvl="0" marL="0" rtl="0" algn="l">
                <a:spcBef>
                  <a:spcPts val="0"/>
                </a:spcBef>
                <a:spcAft>
                  <a:spcPts val="0"/>
                </a:spcAft>
                <a:buNone/>
              </a:pPr>
              <a:r>
                <a:t/>
              </a:r>
              <a:endParaRPr/>
            </a:p>
          </p:txBody>
        </p:sp>
        <p:sp>
          <p:nvSpPr>
            <p:cNvPr id="260" name="Google Shape;260;p33"/>
            <p:cNvSpPr txBox="1"/>
            <p:nvPr/>
          </p:nvSpPr>
          <p:spPr>
            <a:xfrm>
              <a:off x="0" y="-47625"/>
              <a:ext cx="812700" cy="860400"/>
            </a:xfrm>
            <a:prstGeom prst="rect">
              <a:avLst/>
            </a:prstGeom>
            <a:noFill/>
            <a:ln>
              <a:noFill/>
            </a:ln>
          </p:spPr>
          <p:txBody>
            <a:bodyPr anchorCtr="0" anchor="ctr" bIns="23225" lIns="23225" spcFirstLastPara="1" rIns="23225" wrap="square" tIns="23225">
              <a:noAutofit/>
            </a:bodyPr>
            <a:lstStyle/>
            <a:p>
              <a:pPr indent="0" lvl="0" marL="0" marR="0" rtl="0" algn="r">
                <a:lnSpc>
                  <a:spcPct val="186611"/>
                </a:lnSpc>
                <a:spcBef>
                  <a:spcPts val="0"/>
                </a:spcBef>
                <a:spcAft>
                  <a:spcPts val="0"/>
                </a:spcAft>
                <a:buNone/>
              </a:pPr>
              <a:r>
                <a:t/>
              </a:r>
              <a:endParaRPr b="0" i="0" sz="823" u="none" cap="none" strike="noStrike">
                <a:solidFill>
                  <a:schemeClr val="dk1"/>
                </a:solidFill>
                <a:latin typeface="Calibri"/>
                <a:ea typeface="Calibri"/>
                <a:cs typeface="Calibri"/>
                <a:sym typeface="Calibri"/>
              </a:endParaRPr>
            </a:p>
          </p:txBody>
        </p:sp>
      </p:grpSp>
      <p:sp>
        <p:nvSpPr>
          <p:cNvPr id="261" name="Google Shape;261;p33"/>
          <p:cNvSpPr txBox="1"/>
          <p:nvPr/>
        </p:nvSpPr>
        <p:spPr>
          <a:xfrm>
            <a:off x="774969" y="1389534"/>
            <a:ext cx="1286700" cy="277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006"/>
              <a:buFont typeface="Arial"/>
              <a:buNone/>
            </a:pPr>
            <a:r>
              <a:rPr b="1" lang="en" sz="1371">
                <a:solidFill>
                  <a:srgbClr val="102A43"/>
                </a:solidFill>
              </a:rPr>
              <a:t>Frontend</a:t>
            </a:r>
            <a:endParaRPr b="1" sz="1371">
              <a:solidFill>
                <a:srgbClr val="102A43"/>
              </a:solidFill>
            </a:endParaRPr>
          </a:p>
          <a:p>
            <a:pPr indent="0" lvl="0" marL="0" marR="0" rtl="0" algn="l">
              <a:lnSpc>
                <a:spcPct val="160021"/>
              </a:lnSpc>
              <a:spcBef>
                <a:spcPts val="0"/>
              </a:spcBef>
              <a:spcAft>
                <a:spcPts val="0"/>
              </a:spcAft>
              <a:buNone/>
            </a:pPr>
            <a:r>
              <a:t/>
            </a:r>
            <a:endParaRPr sz="100"/>
          </a:p>
        </p:txBody>
      </p:sp>
      <p:grpSp>
        <p:nvGrpSpPr>
          <p:cNvPr id="262" name="Google Shape;262;p33"/>
          <p:cNvGrpSpPr/>
          <p:nvPr/>
        </p:nvGrpSpPr>
        <p:grpSpPr>
          <a:xfrm>
            <a:off x="6648755" y="1143277"/>
            <a:ext cx="1650553" cy="1619664"/>
            <a:chOff x="0" y="-47625"/>
            <a:chExt cx="812800" cy="860425"/>
          </a:xfrm>
        </p:grpSpPr>
        <p:sp>
          <p:nvSpPr>
            <p:cNvPr id="263" name="Google Shape;263;p33"/>
            <p:cNvSpPr/>
            <p:nvPr/>
          </p:nvSpPr>
          <p:spPr>
            <a:xfrm>
              <a:off x="0" y="0"/>
              <a:ext cx="812800" cy="812800"/>
            </a:xfrm>
            <a:custGeom>
              <a:rect b="b" l="l" r="r" t="t"/>
              <a:pathLst>
                <a:path extrusionOk="0" h="812800" w="812800">
                  <a:moveTo>
                    <a:pt x="127000" y="0"/>
                  </a:moveTo>
                  <a:lnTo>
                    <a:pt x="685800" y="0"/>
                  </a:lnTo>
                  <a:cubicBezTo>
                    <a:pt x="755940" y="0"/>
                    <a:pt x="812800" y="56860"/>
                    <a:pt x="812800" y="127000"/>
                  </a:cubicBezTo>
                  <a:lnTo>
                    <a:pt x="812800" y="685800"/>
                  </a:lnTo>
                  <a:cubicBezTo>
                    <a:pt x="812800" y="755940"/>
                    <a:pt x="755940" y="812800"/>
                    <a:pt x="685800" y="812800"/>
                  </a:cubicBezTo>
                  <a:lnTo>
                    <a:pt x="127000" y="812800"/>
                  </a:lnTo>
                  <a:cubicBezTo>
                    <a:pt x="56860" y="812800"/>
                    <a:pt x="0" y="755940"/>
                    <a:pt x="0" y="685800"/>
                  </a:cubicBezTo>
                  <a:lnTo>
                    <a:pt x="0" y="127000"/>
                  </a:lnTo>
                  <a:cubicBezTo>
                    <a:pt x="0" y="56860"/>
                    <a:pt x="56860" y="0"/>
                    <a:pt x="127000" y="0"/>
                  </a:cubicBezTo>
                  <a:close/>
                </a:path>
              </a:pathLst>
            </a:custGeom>
            <a:solidFill>
              <a:srgbClr val="FFFFFF">
                <a:alpha val="49800"/>
              </a:srgbClr>
            </a:solidFill>
            <a:ln cap="rnd" cmpd="sng" w="26125">
              <a:solidFill>
                <a:srgbClr val="000000">
                  <a:alpha val="49800"/>
                </a:srgbClr>
              </a:solidFill>
              <a:prstDash val="solid"/>
              <a:round/>
              <a:headEnd len="sm" w="sm" type="none"/>
              <a:tailEnd len="sm" w="sm" type="none"/>
            </a:ln>
          </p:spPr>
          <p:txBody>
            <a:bodyPr anchorCtr="0" anchor="ctr" bIns="41800" lIns="41800" spcFirstLastPara="1" rIns="41800" wrap="square" tIns="41800">
              <a:noAutofit/>
            </a:bodyPr>
            <a:lstStyle/>
            <a:p>
              <a:pPr indent="0" lvl="0" marL="0" rtl="0" algn="l">
                <a:spcBef>
                  <a:spcPts val="0"/>
                </a:spcBef>
                <a:spcAft>
                  <a:spcPts val="0"/>
                </a:spcAft>
                <a:buNone/>
              </a:pPr>
              <a:r>
                <a:t/>
              </a:r>
              <a:endParaRPr/>
            </a:p>
          </p:txBody>
        </p:sp>
        <p:sp>
          <p:nvSpPr>
            <p:cNvPr id="264" name="Google Shape;264;p33"/>
            <p:cNvSpPr txBox="1"/>
            <p:nvPr/>
          </p:nvSpPr>
          <p:spPr>
            <a:xfrm>
              <a:off x="0" y="-47625"/>
              <a:ext cx="812700" cy="860400"/>
            </a:xfrm>
            <a:prstGeom prst="rect">
              <a:avLst/>
            </a:prstGeom>
            <a:noFill/>
            <a:ln>
              <a:noFill/>
            </a:ln>
          </p:spPr>
          <p:txBody>
            <a:bodyPr anchorCtr="0" anchor="ctr" bIns="19725" lIns="19725" spcFirstLastPara="1" rIns="19725" wrap="square" tIns="19725">
              <a:noAutofit/>
            </a:bodyPr>
            <a:lstStyle/>
            <a:p>
              <a:pPr indent="0" lvl="0" marL="0" marR="0" rtl="0" algn="r">
                <a:lnSpc>
                  <a:spcPct val="186611"/>
                </a:lnSpc>
                <a:spcBef>
                  <a:spcPts val="0"/>
                </a:spcBef>
                <a:spcAft>
                  <a:spcPts val="0"/>
                </a:spcAft>
                <a:buNone/>
              </a:pPr>
              <a:r>
                <a:t/>
              </a:r>
              <a:endParaRPr b="0" i="0" sz="823" u="none" cap="none" strike="noStrike">
                <a:solidFill>
                  <a:schemeClr val="dk1"/>
                </a:solidFill>
                <a:latin typeface="Calibri"/>
                <a:ea typeface="Calibri"/>
                <a:cs typeface="Calibri"/>
                <a:sym typeface="Calibri"/>
              </a:endParaRPr>
            </a:p>
          </p:txBody>
        </p:sp>
      </p:grpSp>
      <p:sp>
        <p:nvSpPr>
          <p:cNvPr id="265" name="Google Shape;265;p33"/>
          <p:cNvSpPr txBox="1"/>
          <p:nvPr/>
        </p:nvSpPr>
        <p:spPr>
          <a:xfrm>
            <a:off x="6829414" y="1391905"/>
            <a:ext cx="1091700" cy="211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1006"/>
              <a:buNone/>
            </a:pPr>
            <a:r>
              <a:rPr b="1" lang="en" sz="1371">
                <a:solidFill>
                  <a:srgbClr val="102A43"/>
                </a:solidFill>
                <a:latin typeface="Calibri"/>
                <a:ea typeface="Calibri"/>
                <a:cs typeface="Calibri"/>
                <a:sym typeface="Calibri"/>
              </a:rPr>
              <a:t>Repository</a:t>
            </a:r>
            <a:endParaRPr sz="1371"/>
          </a:p>
        </p:txBody>
      </p:sp>
      <p:grpSp>
        <p:nvGrpSpPr>
          <p:cNvPr id="266" name="Google Shape;266;p33"/>
          <p:cNvGrpSpPr/>
          <p:nvPr/>
        </p:nvGrpSpPr>
        <p:grpSpPr>
          <a:xfrm>
            <a:off x="2710299" y="1143267"/>
            <a:ext cx="1676725" cy="1619664"/>
            <a:chOff x="0" y="-47625"/>
            <a:chExt cx="812800" cy="860425"/>
          </a:xfrm>
        </p:grpSpPr>
        <p:sp>
          <p:nvSpPr>
            <p:cNvPr id="267" name="Google Shape;267;p33"/>
            <p:cNvSpPr/>
            <p:nvPr/>
          </p:nvSpPr>
          <p:spPr>
            <a:xfrm>
              <a:off x="0" y="0"/>
              <a:ext cx="812800" cy="812800"/>
            </a:xfrm>
            <a:custGeom>
              <a:rect b="b" l="l" r="r" t="t"/>
              <a:pathLst>
                <a:path extrusionOk="0" h="812800" w="812800">
                  <a:moveTo>
                    <a:pt x="127000" y="0"/>
                  </a:moveTo>
                  <a:lnTo>
                    <a:pt x="685800" y="0"/>
                  </a:lnTo>
                  <a:cubicBezTo>
                    <a:pt x="755940" y="0"/>
                    <a:pt x="812800" y="56860"/>
                    <a:pt x="812800" y="127000"/>
                  </a:cubicBezTo>
                  <a:lnTo>
                    <a:pt x="812800" y="685800"/>
                  </a:lnTo>
                  <a:cubicBezTo>
                    <a:pt x="812800" y="755940"/>
                    <a:pt x="755940" y="812800"/>
                    <a:pt x="685800" y="812800"/>
                  </a:cubicBezTo>
                  <a:lnTo>
                    <a:pt x="127000" y="812800"/>
                  </a:lnTo>
                  <a:cubicBezTo>
                    <a:pt x="56860" y="812800"/>
                    <a:pt x="0" y="755940"/>
                    <a:pt x="0" y="685800"/>
                  </a:cubicBezTo>
                  <a:lnTo>
                    <a:pt x="0" y="127000"/>
                  </a:lnTo>
                  <a:cubicBezTo>
                    <a:pt x="0" y="56860"/>
                    <a:pt x="56860" y="0"/>
                    <a:pt x="127000" y="0"/>
                  </a:cubicBezTo>
                  <a:close/>
                </a:path>
              </a:pathLst>
            </a:custGeom>
            <a:solidFill>
              <a:srgbClr val="FFFFFF">
                <a:alpha val="49800"/>
              </a:srgbClr>
            </a:solidFill>
            <a:ln cap="rnd" cmpd="sng" w="26125">
              <a:solidFill>
                <a:srgbClr val="000000">
                  <a:alpha val="49800"/>
                </a:srgbClr>
              </a:solidFill>
              <a:prstDash val="solid"/>
              <a:round/>
              <a:headEnd len="sm" w="sm" type="none"/>
              <a:tailEnd len="sm" w="sm" type="none"/>
            </a:ln>
          </p:spPr>
          <p:txBody>
            <a:bodyPr anchorCtr="0" anchor="ctr" bIns="41800" lIns="41800" spcFirstLastPara="1" rIns="41800" wrap="square" tIns="41800">
              <a:noAutofit/>
            </a:bodyPr>
            <a:lstStyle/>
            <a:p>
              <a:pPr indent="0" lvl="0" marL="0" rtl="0" algn="l">
                <a:spcBef>
                  <a:spcPts val="0"/>
                </a:spcBef>
                <a:spcAft>
                  <a:spcPts val="0"/>
                </a:spcAft>
                <a:buNone/>
              </a:pPr>
              <a:r>
                <a:t/>
              </a:r>
              <a:endParaRPr/>
            </a:p>
          </p:txBody>
        </p:sp>
        <p:sp>
          <p:nvSpPr>
            <p:cNvPr id="268" name="Google Shape;268;p33"/>
            <p:cNvSpPr txBox="1"/>
            <p:nvPr/>
          </p:nvSpPr>
          <p:spPr>
            <a:xfrm>
              <a:off x="0" y="-47625"/>
              <a:ext cx="812700" cy="860400"/>
            </a:xfrm>
            <a:prstGeom prst="rect">
              <a:avLst/>
            </a:prstGeom>
            <a:noFill/>
            <a:ln>
              <a:noFill/>
            </a:ln>
          </p:spPr>
          <p:txBody>
            <a:bodyPr anchorCtr="0" anchor="ctr" bIns="23225" lIns="23225" spcFirstLastPara="1" rIns="23225" wrap="square" tIns="23225">
              <a:noAutofit/>
            </a:bodyPr>
            <a:lstStyle/>
            <a:p>
              <a:pPr indent="0" lvl="0" marL="0" marR="0" rtl="0" algn="r">
                <a:lnSpc>
                  <a:spcPct val="186611"/>
                </a:lnSpc>
                <a:spcBef>
                  <a:spcPts val="0"/>
                </a:spcBef>
                <a:spcAft>
                  <a:spcPts val="0"/>
                </a:spcAft>
                <a:buNone/>
              </a:pPr>
              <a:r>
                <a:t/>
              </a:r>
              <a:endParaRPr b="0" i="0" sz="823" u="none" cap="none" strike="noStrike">
                <a:solidFill>
                  <a:schemeClr val="dk1"/>
                </a:solidFill>
                <a:latin typeface="Calibri"/>
                <a:ea typeface="Calibri"/>
                <a:cs typeface="Calibri"/>
                <a:sym typeface="Calibri"/>
              </a:endParaRPr>
            </a:p>
          </p:txBody>
        </p:sp>
      </p:grpSp>
      <p:sp>
        <p:nvSpPr>
          <p:cNvPr id="269" name="Google Shape;269;p33"/>
          <p:cNvSpPr txBox="1"/>
          <p:nvPr/>
        </p:nvSpPr>
        <p:spPr>
          <a:xfrm>
            <a:off x="2879905" y="1346735"/>
            <a:ext cx="1286700" cy="211200"/>
          </a:xfrm>
          <a:prstGeom prst="rect">
            <a:avLst/>
          </a:prstGeom>
          <a:noFill/>
          <a:ln>
            <a:noFill/>
          </a:ln>
        </p:spPr>
        <p:txBody>
          <a:bodyPr anchorCtr="0" anchor="t" bIns="0" lIns="0" spcFirstLastPara="1" rIns="0" wrap="square" tIns="0">
            <a:spAutoFit/>
          </a:bodyPr>
          <a:lstStyle/>
          <a:p>
            <a:pPr indent="0" lvl="0" marL="0" rtl="0" algn="l">
              <a:lnSpc>
                <a:spcPct val="407181"/>
              </a:lnSpc>
              <a:spcBef>
                <a:spcPts val="0"/>
              </a:spcBef>
              <a:spcAft>
                <a:spcPts val="0"/>
              </a:spcAft>
              <a:buSzPts val="1006"/>
              <a:buNone/>
            </a:pPr>
            <a:r>
              <a:rPr b="1" lang="en" sz="1371">
                <a:solidFill>
                  <a:srgbClr val="102A43"/>
                </a:solidFill>
              </a:rPr>
              <a:t>Backend</a:t>
            </a:r>
            <a:endParaRPr sz="1371"/>
          </a:p>
        </p:txBody>
      </p:sp>
      <p:grpSp>
        <p:nvGrpSpPr>
          <p:cNvPr id="270" name="Google Shape;270;p33"/>
          <p:cNvGrpSpPr/>
          <p:nvPr/>
        </p:nvGrpSpPr>
        <p:grpSpPr>
          <a:xfrm>
            <a:off x="4727621" y="1143267"/>
            <a:ext cx="1617309" cy="1619664"/>
            <a:chOff x="0" y="-47625"/>
            <a:chExt cx="812800" cy="860425"/>
          </a:xfrm>
        </p:grpSpPr>
        <p:sp>
          <p:nvSpPr>
            <p:cNvPr id="271" name="Google Shape;271;p33"/>
            <p:cNvSpPr/>
            <p:nvPr/>
          </p:nvSpPr>
          <p:spPr>
            <a:xfrm>
              <a:off x="0" y="0"/>
              <a:ext cx="812800" cy="812800"/>
            </a:xfrm>
            <a:custGeom>
              <a:rect b="b" l="l" r="r" t="t"/>
              <a:pathLst>
                <a:path extrusionOk="0" h="812800" w="812800">
                  <a:moveTo>
                    <a:pt x="127000" y="0"/>
                  </a:moveTo>
                  <a:lnTo>
                    <a:pt x="685800" y="0"/>
                  </a:lnTo>
                  <a:cubicBezTo>
                    <a:pt x="755940" y="0"/>
                    <a:pt x="812800" y="56860"/>
                    <a:pt x="812800" y="127000"/>
                  </a:cubicBezTo>
                  <a:lnTo>
                    <a:pt x="812800" y="685800"/>
                  </a:lnTo>
                  <a:cubicBezTo>
                    <a:pt x="812800" y="755940"/>
                    <a:pt x="755940" y="812800"/>
                    <a:pt x="685800" y="812800"/>
                  </a:cubicBezTo>
                  <a:lnTo>
                    <a:pt x="127000" y="812800"/>
                  </a:lnTo>
                  <a:cubicBezTo>
                    <a:pt x="56860" y="812800"/>
                    <a:pt x="0" y="755940"/>
                    <a:pt x="0" y="685800"/>
                  </a:cubicBezTo>
                  <a:lnTo>
                    <a:pt x="0" y="127000"/>
                  </a:lnTo>
                  <a:cubicBezTo>
                    <a:pt x="0" y="56860"/>
                    <a:pt x="56860" y="0"/>
                    <a:pt x="127000" y="0"/>
                  </a:cubicBezTo>
                  <a:close/>
                </a:path>
              </a:pathLst>
            </a:custGeom>
            <a:solidFill>
              <a:srgbClr val="FFFFFF">
                <a:alpha val="49800"/>
              </a:srgbClr>
            </a:solidFill>
            <a:ln cap="rnd" cmpd="sng" w="26125">
              <a:solidFill>
                <a:srgbClr val="000000">
                  <a:alpha val="49800"/>
                </a:srgbClr>
              </a:solidFill>
              <a:prstDash val="solid"/>
              <a:round/>
              <a:headEnd len="sm" w="sm" type="none"/>
              <a:tailEnd len="sm" w="sm" type="none"/>
            </a:ln>
          </p:spPr>
          <p:txBody>
            <a:bodyPr anchorCtr="0" anchor="ctr" bIns="41800" lIns="41800" spcFirstLastPara="1" rIns="41800" wrap="square" tIns="41800">
              <a:noAutofit/>
            </a:bodyPr>
            <a:lstStyle/>
            <a:p>
              <a:pPr indent="0" lvl="0" marL="0" rtl="0" algn="l">
                <a:spcBef>
                  <a:spcPts val="0"/>
                </a:spcBef>
                <a:spcAft>
                  <a:spcPts val="0"/>
                </a:spcAft>
                <a:buNone/>
              </a:pPr>
              <a:r>
                <a:t/>
              </a:r>
              <a:endParaRPr/>
            </a:p>
          </p:txBody>
        </p:sp>
        <p:sp>
          <p:nvSpPr>
            <p:cNvPr id="272" name="Google Shape;272;p33"/>
            <p:cNvSpPr txBox="1"/>
            <p:nvPr/>
          </p:nvSpPr>
          <p:spPr>
            <a:xfrm>
              <a:off x="0" y="-47625"/>
              <a:ext cx="812700" cy="860400"/>
            </a:xfrm>
            <a:prstGeom prst="rect">
              <a:avLst/>
            </a:prstGeom>
            <a:noFill/>
            <a:ln>
              <a:noFill/>
            </a:ln>
          </p:spPr>
          <p:txBody>
            <a:bodyPr anchorCtr="0" anchor="ctr" bIns="23225" lIns="23225" spcFirstLastPara="1" rIns="23225" wrap="square" tIns="23225">
              <a:noAutofit/>
            </a:bodyPr>
            <a:lstStyle/>
            <a:p>
              <a:pPr indent="0" lvl="0" marL="0" marR="0" rtl="0" algn="r">
                <a:lnSpc>
                  <a:spcPct val="186611"/>
                </a:lnSpc>
                <a:spcBef>
                  <a:spcPts val="0"/>
                </a:spcBef>
                <a:spcAft>
                  <a:spcPts val="0"/>
                </a:spcAft>
                <a:buNone/>
              </a:pPr>
              <a:r>
                <a:t/>
              </a:r>
              <a:endParaRPr b="0" i="0" sz="823" u="none" cap="none" strike="noStrike">
                <a:solidFill>
                  <a:schemeClr val="dk1"/>
                </a:solidFill>
                <a:latin typeface="Calibri"/>
                <a:ea typeface="Calibri"/>
                <a:cs typeface="Calibri"/>
                <a:sym typeface="Calibri"/>
              </a:endParaRPr>
            </a:p>
          </p:txBody>
        </p:sp>
      </p:grpSp>
      <p:sp>
        <p:nvSpPr>
          <p:cNvPr id="273" name="Google Shape;273;p33"/>
          <p:cNvSpPr txBox="1"/>
          <p:nvPr/>
        </p:nvSpPr>
        <p:spPr>
          <a:xfrm>
            <a:off x="4874663" y="1358469"/>
            <a:ext cx="1286700" cy="211200"/>
          </a:xfrm>
          <a:prstGeom prst="rect">
            <a:avLst/>
          </a:prstGeom>
          <a:noFill/>
          <a:ln>
            <a:noFill/>
          </a:ln>
        </p:spPr>
        <p:txBody>
          <a:bodyPr anchorCtr="0" anchor="t" bIns="0" lIns="0" spcFirstLastPara="1" rIns="0" wrap="square" tIns="0">
            <a:spAutoFit/>
          </a:bodyPr>
          <a:lstStyle/>
          <a:p>
            <a:pPr indent="0" lvl="0" marL="0" rtl="0" algn="l">
              <a:lnSpc>
                <a:spcPct val="407181"/>
              </a:lnSpc>
              <a:spcBef>
                <a:spcPts val="0"/>
              </a:spcBef>
              <a:spcAft>
                <a:spcPts val="0"/>
              </a:spcAft>
              <a:buSzPts val="1006"/>
              <a:buNone/>
            </a:pPr>
            <a:r>
              <a:rPr b="1" lang="en" sz="1371">
                <a:solidFill>
                  <a:srgbClr val="102A43"/>
                </a:solidFill>
              </a:rPr>
              <a:t>Database</a:t>
            </a:r>
            <a:endParaRPr sz="100"/>
          </a:p>
        </p:txBody>
      </p:sp>
      <p:sp>
        <p:nvSpPr>
          <p:cNvPr id="274" name="Google Shape;274;p33"/>
          <p:cNvSpPr txBox="1"/>
          <p:nvPr/>
        </p:nvSpPr>
        <p:spPr>
          <a:xfrm>
            <a:off x="714801" y="1592708"/>
            <a:ext cx="1377900" cy="848700"/>
          </a:xfrm>
          <a:prstGeom prst="rect">
            <a:avLst/>
          </a:prstGeom>
          <a:noFill/>
          <a:ln>
            <a:noFill/>
          </a:ln>
        </p:spPr>
        <p:txBody>
          <a:bodyPr anchorCtr="0" anchor="t" bIns="83625" lIns="83625" spcFirstLastPara="1" rIns="83625" wrap="square" tIns="83625">
            <a:noAutofit/>
          </a:bodyPr>
          <a:lstStyle/>
          <a:p>
            <a:pPr indent="0" lvl="0" marL="0" rtl="0" algn="l">
              <a:lnSpc>
                <a:spcPct val="115000"/>
              </a:lnSpc>
              <a:spcBef>
                <a:spcPts val="0"/>
              </a:spcBef>
              <a:spcAft>
                <a:spcPts val="0"/>
              </a:spcAft>
              <a:buClr>
                <a:schemeClr val="dk1"/>
              </a:buClr>
              <a:buSzPts val="1006"/>
              <a:buFont typeface="Arial"/>
              <a:buNone/>
            </a:pPr>
            <a:r>
              <a:rPr b="1" lang="en" sz="914">
                <a:solidFill>
                  <a:srgbClr val="E46C0A"/>
                </a:solidFill>
              </a:rPr>
              <a:t>React</a:t>
            </a:r>
            <a:endParaRPr b="1" sz="914">
              <a:solidFill>
                <a:srgbClr val="E46C0A"/>
              </a:solidFill>
            </a:endParaRPr>
          </a:p>
          <a:p>
            <a:pPr indent="0" lvl="0" marL="0" rtl="0" algn="l">
              <a:lnSpc>
                <a:spcPct val="115000"/>
              </a:lnSpc>
              <a:spcBef>
                <a:spcPts val="0"/>
              </a:spcBef>
              <a:spcAft>
                <a:spcPts val="0"/>
              </a:spcAft>
              <a:buClr>
                <a:schemeClr val="dk1"/>
              </a:buClr>
              <a:buSzPts val="1006"/>
              <a:buFont typeface="Arial"/>
              <a:buNone/>
            </a:pPr>
            <a:r>
              <a:rPr lang="en" sz="914">
                <a:solidFill>
                  <a:srgbClr val="243B53"/>
                </a:solidFill>
              </a:rPr>
              <a:t>Builds a dynamic interface for browsing chefs, managing bookings, and viewing schedules.</a:t>
            </a:r>
            <a:endParaRPr sz="914">
              <a:solidFill>
                <a:srgbClr val="243B53"/>
              </a:solidFill>
            </a:endParaRPr>
          </a:p>
          <a:p>
            <a:pPr indent="0" lvl="0" marL="0" rtl="0" algn="l">
              <a:spcBef>
                <a:spcPts val="0"/>
              </a:spcBef>
              <a:spcAft>
                <a:spcPts val="0"/>
              </a:spcAft>
              <a:buNone/>
            </a:pPr>
            <a:r>
              <a:t/>
            </a:r>
            <a:endParaRPr sz="823">
              <a:solidFill>
                <a:schemeClr val="dk1"/>
              </a:solidFill>
              <a:latin typeface="Calibri"/>
              <a:ea typeface="Calibri"/>
              <a:cs typeface="Calibri"/>
              <a:sym typeface="Calibri"/>
            </a:endParaRPr>
          </a:p>
        </p:txBody>
      </p:sp>
      <p:sp>
        <p:nvSpPr>
          <p:cNvPr id="275" name="Google Shape;275;p33"/>
          <p:cNvSpPr txBox="1"/>
          <p:nvPr/>
        </p:nvSpPr>
        <p:spPr>
          <a:xfrm>
            <a:off x="2788403" y="1568519"/>
            <a:ext cx="1439400" cy="806700"/>
          </a:xfrm>
          <a:prstGeom prst="rect">
            <a:avLst/>
          </a:prstGeom>
          <a:noFill/>
          <a:ln>
            <a:noFill/>
          </a:ln>
        </p:spPr>
        <p:txBody>
          <a:bodyPr anchorCtr="0" anchor="t" bIns="83625" lIns="83625" spcFirstLastPara="1" rIns="83625" wrap="square" tIns="83625">
            <a:noAutofit/>
          </a:bodyPr>
          <a:lstStyle/>
          <a:p>
            <a:pPr indent="0" lvl="0" marL="0" rtl="0" algn="l">
              <a:lnSpc>
                <a:spcPct val="115000"/>
              </a:lnSpc>
              <a:spcBef>
                <a:spcPts val="0"/>
              </a:spcBef>
              <a:spcAft>
                <a:spcPts val="0"/>
              </a:spcAft>
              <a:buClr>
                <a:schemeClr val="dk1"/>
              </a:buClr>
              <a:buSzPts val="1006"/>
              <a:buFont typeface="Arial"/>
              <a:buNone/>
            </a:pPr>
            <a:r>
              <a:rPr b="1" lang="en" sz="914">
                <a:solidFill>
                  <a:srgbClr val="E46C0A"/>
                </a:solidFill>
              </a:rPr>
              <a:t>Python with FastAPI</a:t>
            </a:r>
            <a:endParaRPr b="1" sz="914">
              <a:solidFill>
                <a:srgbClr val="E46C0A"/>
              </a:solidFill>
            </a:endParaRPr>
          </a:p>
          <a:p>
            <a:pPr indent="0" lvl="0" marL="0" rtl="0" algn="l">
              <a:lnSpc>
                <a:spcPct val="115000"/>
              </a:lnSpc>
              <a:spcBef>
                <a:spcPts val="0"/>
              </a:spcBef>
              <a:spcAft>
                <a:spcPts val="0"/>
              </a:spcAft>
              <a:buClr>
                <a:schemeClr val="dk1"/>
              </a:buClr>
              <a:buSzPts val="1006"/>
              <a:buFont typeface="Arial"/>
              <a:buNone/>
            </a:pPr>
            <a:r>
              <a:rPr lang="en" sz="914">
                <a:solidFill>
                  <a:srgbClr val="243B53"/>
                </a:solidFill>
              </a:rPr>
              <a:t>Handles authentication, booking logic, APIs, payment state, and review flow.</a:t>
            </a:r>
            <a:endParaRPr sz="914">
              <a:solidFill>
                <a:srgbClr val="243B53"/>
              </a:solidFill>
            </a:endParaRPr>
          </a:p>
          <a:p>
            <a:pPr indent="0" lvl="0" marL="0" rtl="0" algn="l">
              <a:spcBef>
                <a:spcPts val="0"/>
              </a:spcBef>
              <a:spcAft>
                <a:spcPts val="0"/>
              </a:spcAft>
              <a:buNone/>
            </a:pPr>
            <a:r>
              <a:t/>
            </a:r>
            <a:endParaRPr sz="914">
              <a:solidFill>
                <a:schemeClr val="dk1"/>
              </a:solidFill>
            </a:endParaRPr>
          </a:p>
        </p:txBody>
      </p:sp>
      <p:sp>
        <p:nvSpPr>
          <p:cNvPr id="276" name="Google Shape;276;p33"/>
          <p:cNvSpPr txBox="1"/>
          <p:nvPr/>
        </p:nvSpPr>
        <p:spPr>
          <a:xfrm>
            <a:off x="4791272" y="1604585"/>
            <a:ext cx="1490100" cy="862500"/>
          </a:xfrm>
          <a:prstGeom prst="rect">
            <a:avLst/>
          </a:prstGeom>
          <a:noFill/>
          <a:ln>
            <a:noFill/>
          </a:ln>
        </p:spPr>
        <p:txBody>
          <a:bodyPr anchorCtr="0" anchor="t" bIns="83625" lIns="83625" spcFirstLastPara="1" rIns="83625" wrap="square" tIns="83625">
            <a:noAutofit/>
          </a:bodyPr>
          <a:lstStyle/>
          <a:p>
            <a:pPr indent="0" lvl="0" marL="0" rtl="0" algn="l">
              <a:lnSpc>
                <a:spcPct val="115000"/>
              </a:lnSpc>
              <a:spcBef>
                <a:spcPts val="0"/>
              </a:spcBef>
              <a:spcAft>
                <a:spcPts val="0"/>
              </a:spcAft>
              <a:buClr>
                <a:schemeClr val="dk1"/>
              </a:buClr>
              <a:buSzPts val="1006"/>
              <a:buFont typeface="Arial"/>
              <a:buNone/>
            </a:pPr>
            <a:r>
              <a:rPr b="1" lang="en" sz="914">
                <a:solidFill>
                  <a:srgbClr val="E46C0A"/>
                </a:solidFill>
              </a:rPr>
              <a:t>MySQL</a:t>
            </a:r>
            <a:endParaRPr b="1" sz="914">
              <a:solidFill>
                <a:srgbClr val="E46C0A"/>
              </a:solidFill>
            </a:endParaRPr>
          </a:p>
          <a:p>
            <a:pPr indent="0" lvl="0" marL="0" rtl="0" algn="l">
              <a:lnSpc>
                <a:spcPct val="115000"/>
              </a:lnSpc>
              <a:spcBef>
                <a:spcPts val="0"/>
              </a:spcBef>
              <a:spcAft>
                <a:spcPts val="0"/>
              </a:spcAft>
              <a:buClr>
                <a:schemeClr val="dk1"/>
              </a:buClr>
              <a:buSzPts val="1006"/>
              <a:buFont typeface="Arial"/>
              <a:buNone/>
            </a:pPr>
            <a:r>
              <a:rPr lang="en" sz="914">
                <a:solidFill>
                  <a:srgbClr val="243B53"/>
                </a:solidFill>
              </a:rPr>
              <a:t>Stores structured relational data for users, providers, services, bookings, payments, and reviews.</a:t>
            </a:r>
            <a:endParaRPr sz="914">
              <a:solidFill>
                <a:srgbClr val="243B53"/>
              </a:solidFill>
            </a:endParaRPr>
          </a:p>
          <a:p>
            <a:pPr indent="0" lvl="0" marL="0" rtl="0" algn="l">
              <a:spcBef>
                <a:spcPts val="0"/>
              </a:spcBef>
              <a:spcAft>
                <a:spcPts val="0"/>
              </a:spcAft>
              <a:buNone/>
            </a:pPr>
            <a:r>
              <a:t/>
            </a:r>
            <a:endParaRPr sz="914">
              <a:solidFill>
                <a:schemeClr val="dk1"/>
              </a:solidFill>
            </a:endParaRPr>
          </a:p>
        </p:txBody>
      </p:sp>
      <p:sp>
        <p:nvSpPr>
          <p:cNvPr id="277" name="Google Shape;277;p33"/>
          <p:cNvSpPr txBox="1"/>
          <p:nvPr/>
        </p:nvSpPr>
        <p:spPr>
          <a:xfrm>
            <a:off x="6769268" y="1588901"/>
            <a:ext cx="1490100" cy="1096200"/>
          </a:xfrm>
          <a:prstGeom prst="rect">
            <a:avLst/>
          </a:prstGeom>
          <a:noFill/>
          <a:ln>
            <a:noFill/>
          </a:ln>
        </p:spPr>
        <p:txBody>
          <a:bodyPr anchorCtr="0" anchor="t" bIns="83625" lIns="83625" spcFirstLastPara="1" rIns="83625" wrap="square" tIns="83625">
            <a:noAutofit/>
          </a:bodyPr>
          <a:lstStyle/>
          <a:p>
            <a:pPr indent="0" lvl="0" marL="0" rtl="0" algn="l">
              <a:lnSpc>
                <a:spcPct val="115000"/>
              </a:lnSpc>
              <a:spcBef>
                <a:spcPts val="0"/>
              </a:spcBef>
              <a:spcAft>
                <a:spcPts val="0"/>
              </a:spcAft>
              <a:buClr>
                <a:schemeClr val="dk1"/>
              </a:buClr>
              <a:buSzPts val="1006"/>
              <a:buFont typeface="Arial"/>
              <a:buNone/>
            </a:pPr>
            <a:r>
              <a:rPr b="1" lang="en" sz="914">
                <a:solidFill>
                  <a:srgbClr val="E46C0A"/>
                </a:solidFill>
              </a:rPr>
              <a:t>GitHub</a:t>
            </a:r>
            <a:endParaRPr b="1" sz="914">
              <a:solidFill>
                <a:srgbClr val="E46C0A"/>
              </a:solidFill>
            </a:endParaRPr>
          </a:p>
          <a:p>
            <a:pPr indent="0" lvl="0" marL="0" rtl="0" algn="l">
              <a:lnSpc>
                <a:spcPct val="115000"/>
              </a:lnSpc>
              <a:spcBef>
                <a:spcPts val="0"/>
              </a:spcBef>
              <a:spcAft>
                <a:spcPts val="0"/>
              </a:spcAft>
              <a:buClr>
                <a:schemeClr val="dk1"/>
              </a:buClr>
              <a:buSzPts val="1006"/>
              <a:buFont typeface="Arial"/>
              <a:buNone/>
            </a:pPr>
            <a:r>
              <a:rPr lang="en" sz="914">
                <a:solidFill>
                  <a:srgbClr val="254061"/>
                </a:solidFill>
              </a:rPr>
              <a:t>Used for version control, team collaboration, code sharing, and project management.</a:t>
            </a:r>
            <a:endParaRPr sz="914">
              <a:solidFill>
                <a:srgbClr val="254061"/>
              </a:solidFill>
            </a:endParaRPr>
          </a:p>
          <a:p>
            <a:pPr indent="0" lvl="0" marL="0" rtl="0" algn="l">
              <a:spcBef>
                <a:spcPts val="0"/>
              </a:spcBef>
              <a:spcAft>
                <a:spcPts val="0"/>
              </a:spcAft>
              <a:buNone/>
            </a:pPr>
            <a:r>
              <a:t/>
            </a:r>
            <a:endParaRPr sz="914">
              <a:solidFill>
                <a:schemeClr val="dk1"/>
              </a:solidFill>
            </a:endParaRPr>
          </a:p>
        </p:txBody>
      </p:sp>
      <p:sp>
        <p:nvSpPr>
          <p:cNvPr id="278" name="Google Shape;278;p33"/>
          <p:cNvSpPr/>
          <p:nvPr/>
        </p:nvSpPr>
        <p:spPr>
          <a:xfrm>
            <a:off x="1498653" y="3397725"/>
            <a:ext cx="1040400" cy="990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79" name="Google Shape;279;p33"/>
          <p:cNvSpPr/>
          <p:nvPr/>
        </p:nvSpPr>
        <p:spPr>
          <a:xfrm>
            <a:off x="2846650" y="3364724"/>
            <a:ext cx="1109700" cy="1056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80" name="Google Shape;280;p33"/>
          <p:cNvSpPr/>
          <p:nvPr/>
        </p:nvSpPr>
        <p:spPr>
          <a:xfrm>
            <a:off x="4210550" y="3397725"/>
            <a:ext cx="1040400" cy="990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281" name="Google Shape;281;p33"/>
          <p:cNvCxnSpPr>
            <a:stCxn id="278" idx="0"/>
            <a:endCxn id="279" idx="0"/>
          </p:cNvCxnSpPr>
          <p:nvPr/>
        </p:nvCxnSpPr>
        <p:spPr>
          <a:xfrm rot="-5400000">
            <a:off x="2693703" y="2689875"/>
            <a:ext cx="33000" cy="1382700"/>
          </a:xfrm>
          <a:prstGeom prst="curvedConnector3">
            <a:avLst>
              <a:gd fmla="val 821593" name="adj1"/>
            </a:avLst>
          </a:prstGeom>
          <a:noFill/>
          <a:ln cap="flat" cmpd="sng" w="9525">
            <a:solidFill>
              <a:schemeClr val="dk2"/>
            </a:solidFill>
            <a:prstDash val="solid"/>
            <a:round/>
            <a:headEnd len="med" w="med" type="none"/>
            <a:tailEnd len="med" w="med" type="none"/>
          </a:ln>
        </p:spPr>
      </p:cxnSp>
      <p:cxnSp>
        <p:nvCxnSpPr>
          <p:cNvPr id="282" name="Google Shape;282;p33"/>
          <p:cNvCxnSpPr>
            <a:stCxn id="279" idx="0"/>
            <a:endCxn id="280" idx="0"/>
          </p:cNvCxnSpPr>
          <p:nvPr/>
        </p:nvCxnSpPr>
        <p:spPr>
          <a:xfrm flipH="1" rot="-5400000">
            <a:off x="4049650" y="2716574"/>
            <a:ext cx="33000" cy="1329300"/>
          </a:xfrm>
          <a:prstGeom prst="curvedConnector3">
            <a:avLst>
              <a:gd fmla="val -721591" name="adj1"/>
            </a:avLst>
          </a:prstGeom>
          <a:solidFill>
            <a:schemeClr val="lt2"/>
          </a:solidFill>
          <a:ln>
            <a:noFill/>
          </a:ln>
        </p:spPr>
      </p:cxnSp>
      <p:cxnSp>
        <p:nvCxnSpPr>
          <p:cNvPr id="283" name="Google Shape;283;p33"/>
          <p:cNvCxnSpPr>
            <a:endCxn id="280" idx="0"/>
          </p:cNvCxnSpPr>
          <p:nvPr/>
        </p:nvCxnSpPr>
        <p:spPr>
          <a:xfrm flipH="1" rot="10800000">
            <a:off x="3810050" y="3397725"/>
            <a:ext cx="920700" cy="121200"/>
          </a:xfrm>
          <a:prstGeom prst="curvedConnector4">
            <a:avLst>
              <a:gd fmla="val 21750" name="adj1"/>
              <a:gd fmla="val 296473" name="adj2"/>
            </a:avLst>
          </a:prstGeom>
          <a:solidFill>
            <a:schemeClr val="lt2"/>
          </a:solidFill>
          <a:ln>
            <a:noFill/>
          </a:ln>
        </p:spPr>
      </p:cxnSp>
      <p:cxnSp>
        <p:nvCxnSpPr>
          <p:cNvPr id="284" name="Google Shape;284;p33"/>
          <p:cNvCxnSpPr>
            <a:stCxn id="279" idx="0"/>
            <a:endCxn id="280" idx="0"/>
          </p:cNvCxnSpPr>
          <p:nvPr/>
        </p:nvCxnSpPr>
        <p:spPr>
          <a:xfrm flipH="1" rot="-5400000">
            <a:off x="4049650" y="2716574"/>
            <a:ext cx="33000" cy="1329300"/>
          </a:xfrm>
          <a:prstGeom prst="curvedConnector3">
            <a:avLst>
              <a:gd fmla="val -721591" name="adj1"/>
            </a:avLst>
          </a:prstGeom>
          <a:noFill/>
          <a:ln cap="flat" cmpd="sng" w="9525">
            <a:solidFill>
              <a:schemeClr val="dk2"/>
            </a:solidFill>
            <a:prstDash val="solid"/>
            <a:round/>
            <a:headEnd len="med" w="med" type="none"/>
            <a:tailEnd len="med" w="med" type="none"/>
          </a:ln>
        </p:spPr>
      </p:cxnSp>
      <p:cxnSp>
        <p:nvCxnSpPr>
          <p:cNvPr id="285" name="Google Shape;285;p33"/>
          <p:cNvCxnSpPr>
            <a:stCxn id="279" idx="4"/>
            <a:endCxn id="280" idx="4"/>
          </p:cNvCxnSpPr>
          <p:nvPr/>
        </p:nvCxnSpPr>
        <p:spPr>
          <a:xfrm rot="-5400000">
            <a:off x="4049650" y="3740174"/>
            <a:ext cx="33000" cy="1329300"/>
          </a:xfrm>
          <a:prstGeom prst="curvedConnector3">
            <a:avLst>
              <a:gd fmla="val -721591" name="adj1"/>
            </a:avLst>
          </a:prstGeom>
          <a:noFill/>
          <a:ln cap="flat" cmpd="sng" w="9525">
            <a:solidFill>
              <a:schemeClr val="dk2"/>
            </a:solidFill>
            <a:prstDash val="solid"/>
            <a:round/>
            <a:headEnd len="med" w="med" type="none"/>
            <a:tailEnd len="med" w="med" type="none"/>
          </a:ln>
        </p:spPr>
      </p:cxnSp>
      <p:cxnSp>
        <p:nvCxnSpPr>
          <p:cNvPr id="286" name="Google Shape;286;p33"/>
          <p:cNvCxnSpPr>
            <a:stCxn id="278" idx="4"/>
            <a:endCxn id="279" idx="4"/>
          </p:cNvCxnSpPr>
          <p:nvPr/>
        </p:nvCxnSpPr>
        <p:spPr>
          <a:xfrm flipH="1" rot="-5400000">
            <a:off x="2693703" y="3713475"/>
            <a:ext cx="33000" cy="1382700"/>
          </a:xfrm>
          <a:prstGeom prst="curvedConnector3">
            <a:avLst>
              <a:gd fmla="val 821589" name="adj1"/>
            </a:avLst>
          </a:prstGeom>
          <a:noFill/>
          <a:ln cap="flat" cmpd="sng" w="9525">
            <a:solidFill>
              <a:schemeClr val="dk2"/>
            </a:solidFill>
            <a:prstDash val="solid"/>
            <a:round/>
            <a:headEnd len="med" w="med" type="none"/>
            <a:tailEnd len="med" w="med" type="none"/>
          </a:ln>
        </p:spPr>
      </p:cxnSp>
      <p:sp>
        <p:nvSpPr>
          <p:cNvPr id="287" name="Google Shape;287;p33"/>
          <p:cNvSpPr txBox="1"/>
          <p:nvPr/>
        </p:nvSpPr>
        <p:spPr>
          <a:xfrm>
            <a:off x="1604950" y="3613575"/>
            <a:ext cx="747300" cy="5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Calibri"/>
                <a:ea typeface="Calibri"/>
                <a:cs typeface="Calibri"/>
                <a:sym typeface="Calibri"/>
              </a:rPr>
              <a:t>React</a:t>
            </a:r>
            <a:endParaRPr sz="1600">
              <a:solidFill>
                <a:schemeClr val="dk1"/>
              </a:solidFill>
              <a:latin typeface="Calibri"/>
              <a:ea typeface="Calibri"/>
              <a:cs typeface="Calibri"/>
              <a:sym typeface="Calibri"/>
            </a:endParaRPr>
          </a:p>
        </p:txBody>
      </p:sp>
      <p:sp>
        <p:nvSpPr>
          <p:cNvPr id="288" name="Google Shape;288;p33"/>
          <p:cNvSpPr txBox="1"/>
          <p:nvPr/>
        </p:nvSpPr>
        <p:spPr>
          <a:xfrm>
            <a:off x="3007300" y="3639375"/>
            <a:ext cx="1082700" cy="45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Calibri"/>
                <a:ea typeface="Calibri"/>
                <a:cs typeface="Calibri"/>
                <a:sym typeface="Calibri"/>
              </a:rPr>
              <a:t>FastAPI</a:t>
            </a:r>
            <a:endParaRPr sz="1500">
              <a:solidFill>
                <a:schemeClr val="dk1"/>
              </a:solidFill>
              <a:latin typeface="Calibri"/>
              <a:ea typeface="Calibri"/>
              <a:cs typeface="Calibri"/>
              <a:sym typeface="Calibri"/>
            </a:endParaRPr>
          </a:p>
        </p:txBody>
      </p:sp>
      <p:sp>
        <p:nvSpPr>
          <p:cNvPr id="289" name="Google Shape;289;p33"/>
          <p:cNvSpPr txBox="1"/>
          <p:nvPr/>
        </p:nvSpPr>
        <p:spPr>
          <a:xfrm>
            <a:off x="4364000" y="3613575"/>
            <a:ext cx="1003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Calibri"/>
                <a:ea typeface="Calibri"/>
                <a:cs typeface="Calibri"/>
                <a:sym typeface="Calibri"/>
              </a:rPr>
              <a:t>MySQL</a:t>
            </a:r>
            <a:endParaRPr sz="1600">
              <a:solidFill>
                <a:schemeClr val="dk1"/>
              </a:solidFill>
              <a:latin typeface="Calibri"/>
              <a:ea typeface="Calibri"/>
              <a:cs typeface="Calibri"/>
              <a:sym typeface="Calibri"/>
            </a:endParaRPr>
          </a:p>
        </p:txBody>
      </p:sp>
      <p:sp>
        <p:nvSpPr>
          <p:cNvPr id="290" name="Google Shape;290;p33"/>
          <p:cNvSpPr txBox="1"/>
          <p:nvPr/>
        </p:nvSpPr>
        <p:spPr>
          <a:xfrm>
            <a:off x="652950" y="3077463"/>
            <a:ext cx="1329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1-User book</a:t>
            </a:r>
            <a:endParaRPr sz="1200">
              <a:solidFill>
                <a:schemeClr val="dk1"/>
              </a:solidFill>
              <a:latin typeface="Calibri"/>
              <a:ea typeface="Calibri"/>
              <a:cs typeface="Calibri"/>
              <a:sym typeface="Calibri"/>
            </a:endParaRPr>
          </a:p>
        </p:txBody>
      </p:sp>
      <p:sp>
        <p:nvSpPr>
          <p:cNvPr id="291" name="Google Shape;291;p33"/>
          <p:cNvSpPr txBox="1"/>
          <p:nvPr/>
        </p:nvSpPr>
        <p:spPr>
          <a:xfrm>
            <a:off x="2006850" y="2809750"/>
            <a:ext cx="1406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2-send booking to</a:t>
            </a:r>
            <a:endParaRPr sz="1200">
              <a:solidFill>
                <a:schemeClr val="dk1"/>
              </a:solidFill>
              <a:latin typeface="Calibri"/>
              <a:ea typeface="Calibri"/>
              <a:cs typeface="Calibri"/>
              <a:sym typeface="Calibri"/>
            </a:endParaRPr>
          </a:p>
        </p:txBody>
      </p:sp>
      <p:sp>
        <p:nvSpPr>
          <p:cNvPr id="292" name="Google Shape;292;p33"/>
          <p:cNvSpPr txBox="1"/>
          <p:nvPr/>
        </p:nvSpPr>
        <p:spPr>
          <a:xfrm>
            <a:off x="3545375" y="2809738"/>
            <a:ext cx="1329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3-booking save in</a:t>
            </a:r>
            <a:endParaRPr sz="1200">
              <a:solidFill>
                <a:schemeClr val="dk1"/>
              </a:solidFill>
              <a:latin typeface="Calibri"/>
              <a:ea typeface="Calibri"/>
              <a:cs typeface="Calibri"/>
              <a:sym typeface="Calibri"/>
            </a:endParaRPr>
          </a:p>
        </p:txBody>
      </p:sp>
      <p:sp>
        <p:nvSpPr>
          <p:cNvPr id="293" name="Google Shape;293;p33"/>
          <p:cNvSpPr txBox="1"/>
          <p:nvPr/>
        </p:nvSpPr>
        <p:spPr>
          <a:xfrm>
            <a:off x="3664450" y="4557525"/>
            <a:ext cx="1377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Calibri"/>
                <a:ea typeface="Calibri"/>
                <a:cs typeface="Calibri"/>
                <a:sym typeface="Calibri"/>
              </a:rPr>
              <a:t>4- </a:t>
            </a:r>
            <a:r>
              <a:rPr lang="en" sz="1300">
                <a:solidFill>
                  <a:schemeClr val="dk1"/>
                </a:solidFill>
                <a:latin typeface="Calibri"/>
                <a:ea typeface="Calibri"/>
                <a:cs typeface="Calibri"/>
                <a:sym typeface="Calibri"/>
              </a:rPr>
              <a:t>confirm saves</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sp>
        <p:nvSpPr>
          <p:cNvPr id="294" name="Google Shape;294;p33"/>
          <p:cNvSpPr txBox="1"/>
          <p:nvPr/>
        </p:nvSpPr>
        <p:spPr>
          <a:xfrm>
            <a:off x="2061625" y="4557525"/>
            <a:ext cx="1573800" cy="45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5-send success</a:t>
            </a:r>
            <a:endParaRPr sz="1200">
              <a:solidFill>
                <a:schemeClr val="dk1"/>
              </a:solidFill>
              <a:latin typeface="Calibri"/>
              <a:ea typeface="Calibri"/>
              <a:cs typeface="Calibri"/>
              <a:sym typeface="Calibri"/>
            </a:endParaRPr>
          </a:p>
        </p:txBody>
      </p:sp>
      <p:sp>
        <p:nvSpPr>
          <p:cNvPr id="295" name="Google Shape;295;p33"/>
          <p:cNvSpPr txBox="1"/>
          <p:nvPr/>
        </p:nvSpPr>
        <p:spPr>
          <a:xfrm>
            <a:off x="583200" y="4339275"/>
            <a:ext cx="157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6-show confirmation</a:t>
            </a:r>
            <a:endParaRPr sz="1200">
              <a:solidFill>
                <a:schemeClr val="dk1"/>
              </a:solidFill>
              <a:latin typeface="Calibri"/>
              <a:ea typeface="Calibri"/>
              <a:cs typeface="Calibri"/>
              <a:sym typeface="Calibri"/>
            </a:endParaRPr>
          </a:p>
        </p:txBody>
      </p:sp>
      <p:cxnSp>
        <p:nvCxnSpPr>
          <p:cNvPr id="296" name="Google Shape;296;p33"/>
          <p:cNvCxnSpPr/>
          <p:nvPr/>
        </p:nvCxnSpPr>
        <p:spPr>
          <a:xfrm flipH="1" rot="10800000">
            <a:off x="5593725" y="3551400"/>
            <a:ext cx="1124100" cy="44400"/>
          </a:xfrm>
          <a:prstGeom prst="straightConnector1">
            <a:avLst/>
          </a:prstGeom>
          <a:solidFill>
            <a:schemeClr val="lt2"/>
          </a:solidFill>
          <a:ln>
            <a:noFill/>
          </a:ln>
        </p:spPr>
      </p:cxnSp>
      <p:cxnSp>
        <p:nvCxnSpPr>
          <p:cNvPr id="297" name="Google Shape;297;p33"/>
          <p:cNvCxnSpPr/>
          <p:nvPr/>
        </p:nvCxnSpPr>
        <p:spPr>
          <a:xfrm>
            <a:off x="3348550" y="3281800"/>
            <a:ext cx="56700" cy="82800"/>
          </a:xfrm>
          <a:prstGeom prst="straightConnector1">
            <a:avLst/>
          </a:prstGeom>
          <a:noFill/>
          <a:ln cap="flat" cmpd="sng" w="9525">
            <a:solidFill>
              <a:schemeClr val="dk2"/>
            </a:solidFill>
            <a:prstDash val="solid"/>
            <a:round/>
            <a:headEnd len="med" w="med" type="none"/>
            <a:tailEnd len="med" w="med" type="triangle"/>
          </a:ln>
        </p:spPr>
      </p:cxnSp>
      <p:cxnSp>
        <p:nvCxnSpPr>
          <p:cNvPr id="298" name="Google Shape;298;p33"/>
          <p:cNvCxnSpPr/>
          <p:nvPr/>
        </p:nvCxnSpPr>
        <p:spPr>
          <a:xfrm>
            <a:off x="4688700" y="3310525"/>
            <a:ext cx="48000" cy="90900"/>
          </a:xfrm>
          <a:prstGeom prst="straightConnector1">
            <a:avLst/>
          </a:prstGeom>
          <a:noFill/>
          <a:ln cap="flat" cmpd="sng" w="9525">
            <a:solidFill>
              <a:schemeClr val="dk2"/>
            </a:solidFill>
            <a:prstDash val="solid"/>
            <a:round/>
            <a:headEnd len="med" w="med" type="none"/>
            <a:tailEnd len="med" w="med" type="triangle"/>
          </a:ln>
        </p:spPr>
      </p:cxnSp>
      <p:cxnSp>
        <p:nvCxnSpPr>
          <p:cNvPr id="299" name="Google Shape;299;p33"/>
          <p:cNvCxnSpPr/>
          <p:nvPr/>
        </p:nvCxnSpPr>
        <p:spPr>
          <a:xfrm>
            <a:off x="6273175" y="4181400"/>
            <a:ext cx="609600" cy="609600"/>
          </a:xfrm>
          <a:prstGeom prst="straightConnector1">
            <a:avLst/>
          </a:prstGeom>
          <a:solidFill>
            <a:schemeClr val="lt2"/>
          </a:solidFill>
          <a:ln>
            <a:noFill/>
          </a:ln>
        </p:spPr>
      </p:cxnSp>
      <p:cxnSp>
        <p:nvCxnSpPr>
          <p:cNvPr id="300" name="Google Shape;300;p33"/>
          <p:cNvCxnSpPr/>
          <p:nvPr/>
        </p:nvCxnSpPr>
        <p:spPr>
          <a:xfrm rot="10800000">
            <a:off x="3382600" y="4415125"/>
            <a:ext cx="64800" cy="84600"/>
          </a:xfrm>
          <a:prstGeom prst="straightConnector1">
            <a:avLst/>
          </a:prstGeom>
          <a:noFill/>
          <a:ln cap="flat" cmpd="sng" w="9525">
            <a:solidFill>
              <a:schemeClr val="dk2"/>
            </a:solidFill>
            <a:prstDash val="solid"/>
            <a:round/>
            <a:headEnd len="med" w="med" type="none"/>
            <a:tailEnd len="med" w="med" type="triangle"/>
          </a:ln>
        </p:spPr>
      </p:cxnSp>
      <p:cxnSp>
        <p:nvCxnSpPr>
          <p:cNvPr id="301" name="Google Shape;301;p33"/>
          <p:cNvCxnSpPr/>
          <p:nvPr/>
        </p:nvCxnSpPr>
        <p:spPr>
          <a:xfrm rot="10800000">
            <a:off x="2004625" y="4377825"/>
            <a:ext cx="54900" cy="93000"/>
          </a:xfrm>
          <a:prstGeom prst="straightConnector1">
            <a:avLst/>
          </a:prstGeom>
          <a:noFill/>
          <a:ln cap="flat" cmpd="sng" w="9525">
            <a:solidFill>
              <a:schemeClr val="dk2"/>
            </a:solidFill>
            <a:prstDash val="solid"/>
            <a:round/>
            <a:headEnd len="med" w="med" type="none"/>
            <a:tailEnd len="med" w="med" type="triangle"/>
          </a:ln>
        </p:spPr>
      </p:cxnSp>
      <p:cxnSp>
        <p:nvCxnSpPr>
          <p:cNvPr id="302" name="Google Shape;302;p33"/>
          <p:cNvCxnSpPr/>
          <p:nvPr/>
        </p:nvCxnSpPr>
        <p:spPr>
          <a:xfrm>
            <a:off x="778575" y="3527025"/>
            <a:ext cx="908100" cy="63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4"/>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mt="50000"/>
            </a:blip>
            <a:stretch>
              <a:fillRect b="0" l="0" r="0" t="0"/>
            </a:stretch>
          </a:blipFill>
          <a:ln>
            <a:noFill/>
          </a:ln>
        </p:spPr>
      </p:sp>
      <p:cxnSp>
        <p:nvCxnSpPr>
          <p:cNvPr id="308" name="Google Shape;308;p34"/>
          <p:cNvCxnSpPr/>
          <p:nvPr/>
        </p:nvCxnSpPr>
        <p:spPr>
          <a:xfrm>
            <a:off x="583200" y="514350"/>
            <a:ext cx="343662" cy="0"/>
          </a:xfrm>
          <a:prstGeom prst="straightConnector1">
            <a:avLst/>
          </a:prstGeom>
          <a:noFill/>
          <a:ln cap="flat" cmpd="sng" w="76200">
            <a:solidFill>
              <a:srgbClr val="000000"/>
            </a:solidFill>
            <a:prstDash val="solid"/>
            <a:round/>
            <a:headEnd len="sm" w="sm" type="none"/>
            <a:tailEnd len="sm" w="sm" type="none"/>
          </a:ln>
        </p:spPr>
      </p:cxnSp>
      <p:sp>
        <p:nvSpPr>
          <p:cNvPr id="309" name="Google Shape;309;p34"/>
          <p:cNvSpPr txBox="1"/>
          <p:nvPr/>
        </p:nvSpPr>
        <p:spPr>
          <a:xfrm>
            <a:off x="583200" y="616925"/>
            <a:ext cx="1621500" cy="4926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lang="en" sz="3200">
                <a:latin typeface="DM Serif Display"/>
                <a:ea typeface="DM Serif Display"/>
                <a:cs typeface="DM Serif Display"/>
                <a:sym typeface="DM Serif Display"/>
              </a:rPr>
              <a:t>Revenue</a:t>
            </a:r>
            <a:endParaRPr sz="700"/>
          </a:p>
        </p:txBody>
      </p:sp>
      <p:sp>
        <p:nvSpPr>
          <p:cNvPr id="310" name="Google Shape;310;p34"/>
          <p:cNvSpPr txBox="1"/>
          <p:nvPr/>
        </p:nvSpPr>
        <p:spPr>
          <a:xfrm>
            <a:off x="6835563" y="4571048"/>
            <a:ext cx="1725300" cy="123000"/>
          </a:xfrm>
          <a:prstGeom prst="rect">
            <a:avLst/>
          </a:prstGeom>
          <a:noFill/>
          <a:ln>
            <a:noFill/>
          </a:ln>
        </p:spPr>
        <p:txBody>
          <a:bodyPr anchorCtr="0" anchor="t" bIns="0" lIns="0" spcFirstLastPara="1" rIns="0" wrap="square" tIns="0">
            <a:spAutoFit/>
          </a:bodyPr>
          <a:lstStyle/>
          <a:p>
            <a:pPr indent="0" lvl="0" marL="0" marR="0" rtl="0" algn="r">
              <a:lnSpc>
                <a:spcPct val="140025"/>
              </a:lnSpc>
              <a:spcBef>
                <a:spcPts val="0"/>
              </a:spcBef>
              <a:spcAft>
                <a:spcPts val="0"/>
              </a:spcAft>
              <a:buNone/>
            </a:pPr>
            <a:r>
              <a:rPr lang="en" sz="800"/>
              <a:t>8</a:t>
            </a:r>
            <a:endParaRPr sz="700"/>
          </a:p>
        </p:txBody>
      </p:sp>
      <p:graphicFrame>
        <p:nvGraphicFramePr>
          <p:cNvPr id="311" name="Google Shape;311;p34"/>
          <p:cNvGraphicFramePr/>
          <p:nvPr/>
        </p:nvGraphicFramePr>
        <p:xfrm>
          <a:off x="952500" y="1619250"/>
          <a:ext cx="3000000" cy="3000000"/>
        </p:xfrm>
        <a:graphic>
          <a:graphicData uri="http://schemas.openxmlformats.org/drawingml/2006/table">
            <a:tbl>
              <a:tblPr>
                <a:noFill/>
                <a:tableStyleId>{670FECFA-86FB-45EE-959C-1DD19C58F5D1}</a:tableStyleId>
              </a:tblPr>
              <a:tblGrid>
                <a:gridCol w="3619500"/>
                <a:gridCol w="3619500"/>
              </a:tblGrid>
              <a:tr h="381000">
                <a:tc>
                  <a:txBody>
                    <a:bodyPr/>
                    <a:lstStyle/>
                    <a:p>
                      <a:pPr indent="0" lvl="0" marL="0" rtl="0" algn="ctr">
                        <a:spcBef>
                          <a:spcPts val="0"/>
                        </a:spcBef>
                        <a:spcAft>
                          <a:spcPts val="0"/>
                        </a:spcAft>
                        <a:buNone/>
                      </a:pPr>
                      <a:r>
                        <a:rPr lang="en">
                          <a:latin typeface="DM Serif Display"/>
                          <a:ea typeface="DM Serif Display"/>
                          <a:cs typeface="DM Serif Display"/>
                          <a:sym typeface="DM Serif Display"/>
                        </a:rPr>
                        <a:t>Revenue Stream</a:t>
                      </a:r>
                      <a:endParaRPr>
                        <a:latin typeface="DM Serif Display"/>
                        <a:ea typeface="DM Serif Display"/>
                        <a:cs typeface="DM Serif Display"/>
                        <a:sym typeface="DM Serif Display"/>
                      </a:endParaRPr>
                    </a:p>
                  </a:txBody>
                  <a:tcPr marT="91425" marB="91425" marR="91425" marL="91425">
                    <a:solidFill>
                      <a:srgbClr val="FFFFFF">
                        <a:alpha val="49800"/>
                      </a:srgbClr>
                    </a:solidFill>
                  </a:tcPr>
                </a:tc>
                <a:tc>
                  <a:txBody>
                    <a:bodyPr/>
                    <a:lstStyle/>
                    <a:p>
                      <a:pPr indent="0" lvl="0" marL="0" rtl="0" algn="ctr">
                        <a:spcBef>
                          <a:spcPts val="0"/>
                        </a:spcBef>
                        <a:spcAft>
                          <a:spcPts val="0"/>
                        </a:spcAft>
                        <a:buNone/>
                      </a:pPr>
                      <a:r>
                        <a:rPr lang="en">
                          <a:latin typeface="DM Serif Display"/>
                          <a:ea typeface="DM Serif Display"/>
                          <a:cs typeface="DM Serif Display"/>
                          <a:sym typeface="DM Serif Display"/>
                        </a:rPr>
                        <a:t>How it works</a:t>
                      </a:r>
                      <a:endParaRPr>
                        <a:latin typeface="DM Serif Display"/>
                        <a:ea typeface="DM Serif Display"/>
                        <a:cs typeface="DM Serif Display"/>
                        <a:sym typeface="DM Serif Display"/>
                      </a:endParaRPr>
                    </a:p>
                  </a:txBody>
                  <a:tcPr marT="91425" marB="91425" marR="91425" marL="91425">
                    <a:solidFill>
                      <a:srgbClr val="FFFFFF">
                        <a:alpha val="49800"/>
                      </a:srgbClr>
                    </a:solidFill>
                  </a:tcPr>
                </a:tc>
              </a:tr>
              <a:tr h="381000">
                <a:tc>
                  <a:txBody>
                    <a:bodyPr/>
                    <a:lstStyle/>
                    <a:p>
                      <a:pPr indent="0" lvl="0" marL="0" rtl="0" algn="l">
                        <a:spcBef>
                          <a:spcPts val="0"/>
                        </a:spcBef>
                        <a:spcAft>
                          <a:spcPts val="0"/>
                        </a:spcAft>
                        <a:buNone/>
                      </a:pPr>
                      <a:r>
                        <a:rPr lang="en">
                          <a:latin typeface="DM Serif Display"/>
                          <a:ea typeface="DM Serif Display"/>
                          <a:cs typeface="DM Serif Display"/>
                          <a:sym typeface="DM Serif Display"/>
                        </a:rPr>
                        <a:t>Platform Commission</a:t>
                      </a:r>
                      <a:endParaRPr>
                        <a:latin typeface="DM Serif Display"/>
                        <a:ea typeface="DM Serif Display"/>
                        <a:cs typeface="DM Serif Display"/>
                        <a:sym typeface="DM Serif Display"/>
                      </a:endParaRPr>
                    </a:p>
                  </a:txBody>
                  <a:tcPr marT="91425" marB="91425" marR="91425" marL="91425">
                    <a:solidFill>
                      <a:srgbClr val="FFFFFF">
                        <a:alpha val="49800"/>
                      </a:srgbClr>
                    </a:solidFill>
                  </a:tcPr>
                </a:tc>
                <a:tc>
                  <a:txBody>
                    <a:bodyPr/>
                    <a:lstStyle/>
                    <a:p>
                      <a:pPr indent="0" lvl="0" marL="0" rtl="0" algn="l">
                        <a:spcBef>
                          <a:spcPts val="0"/>
                        </a:spcBef>
                        <a:spcAft>
                          <a:spcPts val="0"/>
                        </a:spcAft>
                        <a:buNone/>
                      </a:pPr>
                      <a:r>
                        <a:rPr lang="en">
                          <a:latin typeface="DM Serif Display"/>
                          <a:ea typeface="DM Serif Display"/>
                          <a:cs typeface="DM Serif Display"/>
                          <a:sym typeface="DM Serif Display"/>
                        </a:rPr>
                        <a:t>15% Cut of Every booking</a:t>
                      </a:r>
                      <a:endParaRPr>
                        <a:latin typeface="DM Serif Display"/>
                        <a:ea typeface="DM Serif Display"/>
                        <a:cs typeface="DM Serif Display"/>
                        <a:sym typeface="DM Serif Display"/>
                      </a:endParaRPr>
                    </a:p>
                  </a:txBody>
                  <a:tcPr marT="91425" marB="91425" marR="91425" marL="91425">
                    <a:solidFill>
                      <a:srgbClr val="FFFFFF">
                        <a:alpha val="49800"/>
                      </a:srgbClr>
                    </a:solidFill>
                  </a:tcPr>
                </a:tc>
              </a:tr>
              <a:tr h="381000">
                <a:tc>
                  <a:txBody>
                    <a:bodyPr/>
                    <a:lstStyle/>
                    <a:p>
                      <a:pPr indent="0" lvl="0" marL="0" rtl="0" algn="l">
                        <a:spcBef>
                          <a:spcPts val="0"/>
                        </a:spcBef>
                        <a:spcAft>
                          <a:spcPts val="0"/>
                        </a:spcAft>
                        <a:buNone/>
                      </a:pPr>
                      <a:r>
                        <a:rPr lang="en">
                          <a:latin typeface="DM Serif Display"/>
                          <a:ea typeface="DM Serif Display"/>
                          <a:cs typeface="DM Serif Display"/>
                          <a:sym typeface="DM Serif Display"/>
                        </a:rPr>
                        <a:t>Booking Fee/Service Fee</a:t>
                      </a:r>
                      <a:endParaRPr>
                        <a:latin typeface="DM Serif Display"/>
                        <a:ea typeface="DM Serif Display"/>
                        <a:cs typeface="DM Serif Display"/>
                        <a:sym typeface="DM Serif Display"/>
                      </a:endParaRPr>
                    </a:p>
                  </a:txBody>
                  <a:tcPr marT="91425" marB="91425" marR="91425" marL="91425">
                    <a:solidFill>
                      <a:srgbClr val="FFFFFF">
                        <a:alpha val="49800"/>
                      </a:srgbClr>
                    </a:solidFill>
                  </a:tcPr>
                </a:tc>
                <a:tc>
                  <a:txBody>
                    <a:bodyPr/>
                    <a:lstStyle/>
                    <a:p>
                      <a:pPr indent="0" lvl="0" marL="0" rtl="0" algn="l">
                        <a:spcBef>
                          <a:spcPts val="0"/>
                        </a:spcBef>
                        <a:spcAft>
                          <a:spcPts val="0"/>
                        </a:spcAft>
                        <a:buNone/>
                      </a:pPr>
                      <a:r>
                        <a:rPr lang="en">
                          <a:latin typeface="DM Serif Display"/>
                          <a:ea typeface="DM Serif Display"/>
                          <a:cs typeface="DM Serif Display"/>
                          <a:sym typeface="DM Serif Display"/>
                        </a:rPr>
                        <a:t>$3 flat fee per customer transaction</a:t>
                      </a:r>
                      <a:endParaRPr>
                        <a:latin typeface="DM Serif Display"/>
                        <a:ea typeface="DM Serif Display"/>
                        <a:cs typeface="DM Serif Display"/>
                        <a:sym typeface="DM Serif Display"/>
                      </a:endParaRPr>
                    </a:p>
                  </a:txBody>
                  <a:tcPr marT="91425" marB="91425" marR="91425" marL="91425">
                    <a:solidFill>
                      <a:srgbClr val="FFFFFF">
                        <a:alpha val="49800"/>
                      </a:srgbClr>
                    </a:solidFill>
                  </a:tcPr>
                </a:tc>
              </a:tr>
              <a:tr h="381000">
                <a:tc>
                  <a:txBody>
                    <a:bodyPr/>
                    <a:lstStyle/>
                    <a:p>
                      <a:pPr indent="0" lvl="0" marL="0" rtl="0" algn="l">
                        <a:spcBef>
                          <a:spcPts val="0"/>
                        </a:spcBef>
                        <a:spcAft>
                          <a:spcPts val="0"/>
                        </a:spcAft>
                        <a:buNone/>
                      </a:pPr>
                      <a:r>
                        <a:rPr lang="en">
                          <a:latin typeface="DM Serif Display"/>
                          <a:ea typeface="DM Serif Display"/>
                          <a:cs typeface="DM Serif Display"/>
                          <a:sym typeface="DM Serif Display"/>
                        </a:rPr>
                        <a:t>Chef Premium Membership</a:t>
                      </a:r>
                      <a:endParaRPr>
                        <a:latin typeface="DM Serif Display"/>
                        <a:ea typeface="DM Serif Display"/>
                        <a:cs typeface="DM Serif Display"/>
                        <a:sym typeface="DM Serif Display"/>
                      </a:endParaRPr>
                    </a:p>
                  </a:txBody>
                  <a:tcPr marT="91425" marB="91425" marR="91425" marL="91425">
                    <a:solidFill>
                      <a:srgbClr val="FFFFFF">
                        <a:alpha val="49800"/>
                      </a:srgbClr>
                    </a:solidFill>
                  </a:tcPr>
                </a:tc>
                <a:tc>
                  <a:txBody>
                    <a:bodyPr/>
                    <a:lstStyle/>
                    <a:p>
                      <a:pPr indent="0" lvl="0" marL="0" rtl="0" algn="l">
                        <a:spcBef>
                          <a:spcPts val="0"/>
                        </a:spcBef>
                        <a:spcAft>
                          <a:spcPts val="0"/>
                        </a:spcAft>
                        <a:buNone/>
                      </a:pPr>
                      <a:r>
                        <a:rPr lang="en">
                          <a:latin typeface="DM Serif Display"/>
                          <a:ea typeface="DM Serif Display"/>
                          <a:cs typeface="DM Serif Display"/>
                          <a:sym typeface="DM Serif Display"/>
                        </a:rPr>
                        <a:t>$9.99 for featured placement</a:t>
                      </a:r>
                      <a:endParaRPr>
                        <a:latin typeface="DM Serif Display"/>
                        <a:ea typeface="DM Serif Display"/>
                        <a:cs typeface="DM Serif Display"/>
                        <a:sym typeface="DM Serif Display"/>
                      </a:endParaRPr>
                    </a:p>
                  </a:txBody>
                  <a:tcPr marT="91425" marB="91425" marR="91425" marL="91425">
                    <a:solidFill>
                      <a:srgbClr val="FFFFFF">
                        <a:alpha val="49800"/>
                      </a:srgbClr>
                    </a:solidFill>
                  </a:tcPr>
                </a:tc>
              </a:tr>
              <a:tr h="381000">
                <a:tc>
                  <a:txBody>
                    <a:bodyPr/>
                    <a:lstStyle/>
                    <a:p>
                      <a:pPr indent="0" lvl="0" marL="0" rtl="0" algn="l">
                        <a:spcBef>
                          <a:spcPts val="0"/>
                        </a:spcBef>
                        <a:spcAft>
                          <a:spcPts val="0"/>
                        </a:spcAft>
                        <a:buNone/>
                      </a:pPr>
                      <a:r>
                        <a:rPr lang="en">
                          <a:latin typeface="DM Serif Display"/>
                          <a:ea typeface="DM Serif Display"/>
                          <a:cs typeface="DM Serif Display"/>
                          <a:sym typeface="DM Serif Display"/>
                        </a:rPr>
                        <a:t>Data &amp; Ad Partnerships</a:t>
                      </a:r>
                      <a:endParaRPr>
                        <a:latin typeface="DM Serif Display"/>
                        <a:ea typeface="DM Serif Display"/>
                        <a:cs typeface="DM Serif Display"/>
                        <a:sym typeface="DM Serif Display"/>
                      </a:endParaRPr>
                    </a:p>
                  </a:txBody>
                  <a:tcPr marT="91425" marB="91425" marR="91425" marL="91425">
                    <a:solidFill>
                      <a:srgbClr val="FFFFFF">
                        <a:alpha val="49800"/>
                      </a:srgbClr>
                    </a:solidFill>
                  </a:tcPr>
                </a:tc>
                <a:tc>
                  <a:txBody>
                    <a:bodyPr/>
                    <a:lstStyle/>
                    <a:p>
                      <a:pPr indent="0" lvl="0" marL="0" rtl="0" algn="l">
                        <a:spcBef>
                          <a:spcPts val="0"/>
                        </a:spcBef>
                        <a:spcAft>
                          <a:spcPts val="0"/>
                        </a:spcAft>
                        <a:buNone/>
                      </a:pPr>
                      <a:r>
                        <a:rPr lang="en">
                          <a:latin typeface="DM Serif Display"/>
                          <a:ea typeface="DM Serif Display"/>
                          <a:cs typeface="DM Serif Display"/>
                          <a:sym typeface="DM Serif Display"/>
                        </a:rPr>
                        <a:t>Sell anonymized ingredient/preference data to food brands</a:t>
                      </a:r>
                      <a:endParaRPr>
                        <a:latin typeface="DM Serif Display"/>
                        <a:ea typeface="DM Serif Display"/>
                        <a:cs typeface="DM Serif Display"/>
                        <a:sym typeface="DM Serif Display"/>
                      </a:endParaRPr>
                    </a:p>
                  </a:txBody>
                  <a:tcPr marT="91425" marB="91425" marR="91425" marL="91425">
                    <a:solidFill>
                      <a:srgbClr val="FFFFFF">
                        <a:alpha val="49800"/>
                      </a:srgbClr>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5"/>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mt="50000"/>
            </a:blip>
            <a:stretch>
              <a:fillRect b="0" l="0" r="0" t="0"/>
            </a:stretch>
          </a:blipFill>
          <a:ln>
            <a:noFill/>
          </a:ln>
        </p:spPr>
      </p:sp>
      <p:cxnSp>
        <p:nvCxnSpPr>
          <p:cNvPr id="317" name="Google Shape;317;p35"/>
          <p:cNvCxnSpPr/>
          <p:nvPr/>
        </p:nvCxnSpPr>
        <p:spPr>
          <a:xfrm>
            <a:off x="583200" y="514350"/>
            <a:ext cx="343662" cy="0"/>
          </a:xfrm>
          <a:prstGeom prst="straightConnector1">
            <a:avLst/>
          </a:prstGeom>
          <a:noFill/>
          <a:ln cap="flat" cmpd="sng" w="76200">
            <a:solidFill>
              <a:srgbClr val="000000"/>
            </a:solidFill>
            <a:prstDash val="solid"/>
            <a:round/>
            <a:headEnd len="sm" w="sm" type="none"/>
            <a:tailEnd len="sm" w="sm" type="none"/>
          </a:ln>
        </p:spPr>
      </p:cxnSp>
      <p:sp>
        <p:nvSpPr>
          <p:cNvPr id="318" name="Google Shape;318;p35"/>
          <p:cNvSpPr txBox="1"/>
          <p:nvPr/>
        </p:nvSpPr>
        <p:spPr>
          <a:xfrm>
            <a:off x="583199" y="616913"/>
            <a:ext cx="5199600" cy="4926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lang="en" sz="3200">
                <a:latin typeface="DM Serif Display"/>
                <a:ea typeface="DM Serif Display"/>
                <a:cs typeface="DM Serif Display"/>
                <a:sym typeface="DM Serif Display"/>
              </a:rPr>
              <a:t>Q &amp; A</a:t>
            </a:r>
            <a:endParaRPr sz="700"/>
          </a:p>
        </p:txBody>
      </p:sp>
      <p:sp>
        <p:nvSpPr>
          <p:cNvPr id="319" name="Google Shape;319;p35"/>
          <p:cNvSpPr txBox="1"/>
          <p:nvPr/>
        </p:nvSpPr>
        <p:spPr>
          <a:xfrm>
            <a:off x="6854719" y="4571048"/>
            <a:ext cx="1725300" cy="123000"/>
          </a:xfrm>
          <a:prstGeom prst="rect">
            <a:avLst/>
          </a:prstGeom>
          <a:noFill/>
          <a:ln>
            <a:noFill/>
          </a:ln>
        </p:spPr>
        <p:txBody>
          <a:bodyPr anchorCtr="0" anchor="t" bIns="0" lIns="0" spcFirstLastPara="1" rIns="0" wrap="square" tIns="0">
            <a:spAutoFit/>
          </a:bodyPr>
          <a:lstStyle/>
          <a:p>
            <a:pPr indent="0" lvl="0" marL="0" marR="0" rtl="0" algn="r">
              <a:lnSpc>
                <a:spcPct val="140025"/>
              </a:lnSpc>
              <a:spcBef>
                <a:spcPts val="0"/>
              </a:spcBef>
              <a:spcAft>
                <a:spcPts val="0"/>
              </a:spcAft>
              <a:buNone/>
            </a:pPr>
            <a:r>
              <a:rPr lang="en" sz="800"/>
              <a:t>9</a:t>
            </a:r>
            <a:endParaRPr sz="700"/>
          </a:p>
        </p:txBody>
      </p:sp>
      <p:sp>
        <p:nvSpPr>
          <p:cNvPr id="320" name="Google Shape;320;p35"/>
          <p:cNvSpPr txBox="1"/>
          <p:nvPr/>
        </p:nvSpPr>
        <p:spPr>
          <a:xfrm>
            <a:off x="2176650" y="2056050"/>
            <a:ext cx="4790700" cy="1031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lang="en" sz="6700">
                <a:latin typeface="DM Serif Display"/>
                <a:ea typeface="DM Serif Display"/>
                <a:cs typeface="DM Serif Display"/>
                <a:sym typeface="DM Serif Display"/>
              </a:rPr>
              <a:t>QUESTIONS?</a:t>
            </a:r>
            <a:endParaRPr sz="6200">
              <a:latin typeface="DM Serif Display"/>
              <a:ea typeface="DM Serif Display"/>
              <a:cs typeface="DM Serif Display"/>
              <a:sym typeface="DM Serif Display"/>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6"/>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mt="50000"/>
            </a:blip>
            <a:stretch>
              <a:fillRect b="0" l="0" r="0" t="0"/>
            </a:stretch>
          </a:blipFill>
          <a:ln>
            <a:noFill/>
          </a:ln>
        </p:spPr>
      </p:sp>
      <p:sp>
        <p:nvSpPr>
          <p:cNvPr id="326" name="Google Shape;326;p36"/>
          <p:cNvSpPr txBox="1"/>
          <p:nvPr/>
        </p:nvSpPr>
        <p:spPr>
          <a:xfrm>
            <a:off x="2242907" y="1596352"/>
            <a:ext cx="4658100" cy="1108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7200" u="none" cap="none" strike="noStrike">
                <a:solidFill>
                  <a:srgbClr val="000000"/>
                </a:solidFill>
                <a:latin typeface="DM Serif Display"/>
                <a:ea typeface="DM Serif Display"/>
                <a:cs typeface="DM Serif Display"/>
                <a:sym typeface="DM Serif Display"/>
              </a:rPr>
              <a:t>The End</a:t>
            </a:r>
            <a:endParaRPr sz="700"/>
          </a:p>
        </p:txBody>
      </p:sp>
      <p:sp>
        <p:nvSpPr>
          <p:cNvPr id="327" name="Google Shape;327;p36"/>
          <p:cNvSpPr txBox="1"/>
          <p:nvPr/>
        </p:nvSpPr>
        <p:spPr>
          <a:xfrm>
            <a:off x="2090271" y="2924716"/>
            <a:ext cx="4963500" cy="1848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 sz="1200" u="none" cap="none" strike="noStrike">
                <a:solidFill>
                  <a:srgbClr val="000000"/>
                </a:solidFill>
                <a:latin typeface="Arial"/>
                <a:ea typeface="Arial"/>
                <a:cs typeface="Arial"/>
                <a:sym typeface="Arial"/>
              </a:rPr>
              <a:t>THANK YOU FOR LISTENING</a:t>
            </a:r>
            <a:endParaRPr sz="7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