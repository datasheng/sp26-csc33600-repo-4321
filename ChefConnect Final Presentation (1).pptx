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10287000" cx="18288000"/>
  <p:notesSz cx="6858000" cy="9144000"/>
  <p:embeddedFontLst>
    <p:embeddedFont>
      <p:font typeface="Proxima Nova"/>
      <p:bold r:id="rId17"/>
      <p:boldItalic r:id="rId18"/>
    </p:embeddedFont>
    <p:embeddedFont>
      <p:font typeface="Roboto"/>
      <p:regular r:id="rId19"/>
      <p:bold r:id="rId20"/>
      <p:italic r:id="rId21"/>
      <p:boldItalic r:id="rId22"/>
    </p:embeddedFont>
    <p:embeddedFont>
      <p:font typeface="Nunito"/>
      <p:bold r:id="rId23"/>
      <p:boldItalic r:id="rId24"/>
    </p:embeddedFont>
    <p:embeddedFont>
      <p:font typeface="Alegreya SemiBold"/>
      <p:regular r:id="rId25"/>
      <p:bold r:id="rId26"/>
      <p:italic r:id="rId27"/>
      <p:boldItalic r:id="rId28"/>
    </p:embeddedFont>
    <p:embeddedFont>
      <p:font typeface="Alegreya Medium"/>
      <p:regular r:id="rId29"/>
      <p:bold r:id="rId30"/>
      <p:italic r:id="rId31"/>
      <p:boldItalic r:id="rId32"/>
    </p:embeddedFont>
    <p:embeddedFont>
      <p:font typeface="Alegreya"/>
      <p:regular r:id="rId33"/>
      <p:bold r:id="rId34"/>
      <p:italic r:id="rId35"/>
      <p:boldItalic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bold.fntdata"/><Relationship Id="rId22" Type="http://schemas.openxmlformats.org/officeDocument/2006/relationships/font" Target="fonts/Roboto-boldItalic.fntdata"/><Relationship Id="rId21" Type="http://schemas.openxmlformats.org/officeDocument/2006/relationships/font" Target="fonts/Roboto-italic.fntdata"/><Relationship Id="rId24" Type="http://schemas.openxmlformats.org/officeDocument/2006/relationships/font" Target="fonts/Nunito-boldItalic.fntdata"/><Relationship Id="rId23" Type="http://schemas.openxmlformats.org/officeDocument/2006/relationships/font" Target="fonts/Nunito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AlegreyaSemiBold-bold.fntdata"/><Relationship Id="rId25" Type="http://schemas.openxmlformats.org/officeDocument/2006/relationships/font" Target="fonts/AlegreyaSemiBold-regular.fntdata"/><Relationship Id="rId28" Type="http://schemas.openxmlformats.org/officeDocument/2006/relationships/font" Target="fonts/AlegreyaSemiBold-boldItalic.fntdata"/><Relationship Id="rId27" Type="http://schemas.openxmlformats.org/officeDocument/2006/relationships/font" Target="fonts/AlegreyaSemiBold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AlegreyaMedium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AlegreyaMedium-italic.fntdata"/><Relationship Id="rId30" Type="http://schemas.openxmlformats.org/officeDocument/2006/relationships/font" Target="fonts/AlegreyaMedium-bold.fntdata"/><Relationship Id="rId11" Type="http://schemas.openxmlformats.org/officeDocument/2006/relationships/slide" Target="slides/slide6.xml"/><Relationship Id="rId33" Type="http://schemas.openxmlformats.org/officeDocument/2006/relationships/font" Target="fonts/Alegreya-regular.fntdata"/><Relationship Id="rId10" Type="http://schemas.openxmlformats.org/officeDocument/2006/relationships/slide" Target="slides/slide5.xml"/><Relationship Id="rId32" Type="http://schemas.openxmlformats.org/officeDocument/2006/relationships/font" Target="fonts/AlegreyaMedium-boldItalic.fntdata"/><Relationship Id="rId13" Type="http://schemas.openxmlformats.org/officeDocument/2006/relationships/slide" Target="slides/slide8.xml"/><Relationship Id="rId35" Type="http://schemas.openxmlformats.org/officeDocument/2006/relationships/font" Target="fonts/Alegreya-italic.fntdata"/><Relationship Id="rId12" Type="http://schemas.openxmlformats.org/officeDocument/2006/relationships/slide" Target="slides/slide7.xml"/><Relationship Id="rId34" Type="http://schemas.openxmlformats.org/officeDocument/2006/relationships/font" Target="fonts/Alegreya-bold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36" Type="http://schemas.openxmlformats.org/officeDocument/2006/relationships/font" Target="fonts/Alegreya-boldItalic.fntdata"/><Relationship Id="rId17" Type="http://schemas.openxmlformats.org/officeDocument/2006/relationships/font" Target="fonts/ProximaNova-bold.fntdata"/><Relationship Id="rId16" Type="http://schemas.openxmlformats.org/officeDocument/2006/relationships/slide" Target="slides/slide11.xml"/><Relationship Id="rId19" Type="http://schemas.openxmlformats.org/officeDocument/2006/relationships/font" Target="fonts/Roboto-regular.fntdata"/><Relationship Id="rId18" Type="http://schemas.openxmlformats.org/officeDocument/2006/relationships/font" Target="fonts/ProximaNova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dfc8a595a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g3dfc8a595a9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dfc8a595a9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g3dfc8a595a9_0_11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EBEB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13195961" y="5935345"/>
            <a:ext cx="8126677" cy="8126677"/>
          </a:xfrm>
          <a:custGeom>
            <a:rect b="b" l="l" r="r" t="t"/>
            <a:pathLst>
              <a:path extrusionOk="0" h="8126677" w="8126677">
                <a:moveTo>
                  <a:pt x="0" y="0"/>
                </a:moveTo>
                <a:lnTo>
                  <a:pt x="8126678" y="0"/>
                </a:lnTo>
                <a:lnTo>
                  <a:pt x="8126678" y="8126677"/>
                </a:lnTo>
                <a:lnTo>
                  <a:pt x="0" y="812667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5" name="Google Shape;85;p13"/>
          <p:cNvSpPr/>
          <p:nvPr/>
        </p:nvSpPr>
        <p:spPr>
          <a:xfrm>
            <a:off x="-1350137" y="-1742992"/>
            <a:ext cx="4114800" cy="4114800"/>
          </a:xfrm>
          <a:custGeom>
            <a:rect b="b" l="l" r="r" t="t"/>
            <a:pathLst>
              <a:path extrusionOk="0"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6" name="Google Shape;86;p13"/>
          <p:cNvSpPr/>
          <p:nvPr/>
        </p:nvSpPr>
        <p:spPr>
          <a:xfrm>
            <a:off x="-994970" y="-1387826"/>
            <a:ext cx="3404467" cy="3404467"/>
          </a:xfrm>
          <a:custGeom>
            <a:rect b="b" l="l" r="r" t="t"/>
            <a:pathLst>
              <a:path extrusionOk="0"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7"/>
                </a:lnTo>
                <a:lnTo>
                  <a:pt x="0" y="340446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7" name="Google Shape;87;p13"/>
          <p:cNvSpPr/>
          <p:nvPr/>
        </p:nvSpPr>
        <p:spPr>
          <a:xfrm>
            <a:off x="13897411" y="6636795"/>
            <a:ext cx="6723778" cy="6723778"/>
          </a:xfrm>
          <a:custGeom>
            <a:rect b="b" l="l" r="r" t="t"/>
            <a:pathLst>
              <a:path extrusionOk="0" h="6723778" w="6723778">
                <a:moveTo>
                  <a:pt x="0" y="0"/>
                </a:moveTo>
                <a:lnTo>
                  <a:pt x="6723778" y="0"/>
                </a:lnTo>
                <a:lnTo>
                  <a:pt x="6723778" y="6723778"/>
                </a:lnTo>
                <a:lnTo>
                  <a:pt x="0" y="67237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88" name="Google Shape;88;p13"/>
          <p:cNvGrpSpPr/>
          <p:nvPr/>
        </p:nvGrpSpPr>
        <p:grpSpPr>
          <a:xfrm>
            <a:off x="14876906" y="7616290"/>
            <a:ext cx="4764788" cy="4764788"/>
            <a:chOff x="0" y="0"/>
            <a:chExt cx="812800" cy="812800"/>
          </a:xfrm>
        </p:grpSpPr>
        <p:sp>
          <p:nvSpPr>
            <p:cNvPr id="89" name="Google Shape;89;p13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1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1" name="Google Shape;91;p13"/>
          <p:cNvGrpSpPr/>
          <p:nvPr/>
        </p:nvGrpSpPr>
        <p:grpSpPr>
          <a:xfrm>
            <a:off x="-499020" y="-891876"/>
            <a:ext cx="2412567" cy="2412567"/>
            <a:chOff x="0" y="0"/>
            <a:chExt cx="812800" cy="812800"/>
          </a:xfrm>
        </p:grpSpPr>
        <p:sp>
          <p:nvSpPr>
            <p:cNvPr id="92" name="Google Shape;92;p13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Google Shape;93;p1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4" name="Google Shape;94;p13"/>
          <p:cNvSpPr txBox="1"/>
          <p:nvPr/>
        </p:nvSpPr>
        <p:spPr>
          <a:xfrm>
            <a:off x="2920469" y="3329449"/>
            <a:ext cx="12447000" cy="17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499">
                <a:latin typeface="Proxima Nova"/>
                <a:ea typeface="Proxima Nova"/>
                <a:cs typeface="Proxima Nova"/>
                <a:sym typeface="Proxima Nova"/>
              </a:rPr>
              <a:t>CHEF CONNCET</a:t>
            </a:r>
            <a:endParaRPr/>
          </a:p>
        </p:txBody>
      </p:sp>
      <p:grpSp>
        <p:nvGrpSpPr>
          <p:cNvPr id="95" name="Google Shape;95;p13"/>
          <p:cNvGrpSpPr/>
          <p:nvPr/>
        </p:nvGrpSpPr>
        <p:grpSpPr>
          <a:xfrm>
            <a:off x="5854550" y="5143500"/>
            <a:ext cx="6557094" cy="1242052"/>
            <a:chOff x="0" y="-38100"/>
            <a:chExt cx="1732710" cy="307789"/>
          </a:xfrm>
        </p:grpSpPr>
        <p:sp>
          <p:nvSpPr>
            <p:cNvPr id="96" name="Google Shape;96;p13"/>
            <p:cNvSpPr/>
            <p:nvPr/>
          </p:nvSpPr>
          <p:spPr>
            <a:xfrm>
              <a:off x="0" y="0"/>
              <a:ext cx="1732710" cy="269689"/>
            </a:xfrm>
            <a:custGeom>
              <a:rect b="b" l="l" r="r" t="t"/>
              <a:pathLst>
                <a:path extrusionOk="0" h="269689" w="1732710">
                  <a:moveTo>
                    <a:pt x="60016" y="0"/>
                  </a:moveTo>
                  <a:lnTo>
                    <a:pt x="1672694" y="0"/>
                  </a:lnTo>
                  <a:cubicBezTo>
                    <a:pt x="1688611" y="0"/>
                    <a:pt x="1703876" y="6323"/>
                    <a:pt x="1715132" y="17578"/>
                  </a:cubicBezTo>
                  <a:cubicBezTo>
                    <a:pt x="1726387" y="28833"/>
                    <a:pt x="1732710" y="44099"/>
                    <a:pt x="1732710" y="60016"/>
                  </a:cubicBezTo>
                  <a:lnTo>
                    <a:pt x="1732710" y="209673"/>
                  </a:lnTo>
                  <a:cubicBezTo>
                    <a:pt x="1732710" y="242819"/>
                    <a:pt x="1705840" y="269689"/>
                    <a:pt x="1672694" y="269689"/>
                  </a:cubicBezTo>
                  <a:lnTo>
                    <a:pt x="60016" y="269689"/>
                  </a:lnTo>
                  <a:cubicBezTo>
                    <a:pt x="44099" y="269689"/>
                    <a:pt x="28833" y="263366"/>
                    <a:pt x="17578" y="252110"/>
                  </a:cubicBezTo>
                  <a:cubicBezTo>
                    <a:pt x="6323" y="240855"/>
                    <a:pt x="0" y="225590"/>
                    <a:pt x="0" y="209673"/>
                  </a:cubicBezTo>
                  <a:lnTo>
                    <a:pt x="0" y="60016"/>
                  </a:lnTo>
                  <a:cubicBezTo>
                    <a:pt x="0" y="44099"/>
                    <a:pt x="6323" y="28833"/>
                    <a:pt x="17578" y="17578"/>
                  </a:cubicBezTo>
                  <a:cubicBezTo>
                    <a:pt x="28833" y="6323"/>
                    <a:pt x="44099" y="0"/>
                    <a:pt x="60016" y="0"/>
                  </a:cubicBezTo>
                  <a:close/>
                </a:path>
              </a:pathLst>
            </a:custGeom>
            <a:noFill/>
            <a:ln cap="rnd" cmpd="sng" w="49700">
              <a:solidFill>
                <a:srgbClr val="47464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19250" lIns="119250" spcFirstLastPara="1" rIns="119250" wrap="square" tIns="119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" name="Google Shape;97;p13"/>
            <p:cNvSpPr txBox="1"/>
            <p:nvPr/>
          </p:nvSpPr>
          <p:spPr>
            <a:xfrm>
              <a:off x="0" y="-38100"/>
              <a:ext cx="1732710" cy="3077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6250" lIns="66250" spcFirstLastPara="1" rIns="66250" wrap="square" tIns="6625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34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8" name="Google Shape;98;p13"/>
          <p:cNvSpPr txBox="1"/>
          <p:nvPr/>
        </p:nvSpPr>
        <p:spPr>
          <a:xfrm>
            <a:off x="6245224" y="5439487"/>
            <a:ext cx="5797500" cy="7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100" u="none" cap="none" strike="noStrike">
                <a:solidFill>
                  <a:srgbClr val="000000"/>
                </a:solidFill>
                <a:latin typeface="Alegreya Medium"/>
                <a:ea typeface="Alegreya Medium"/>
                <a:cs typeface="Alegreya Medium"/>
                <a:sym typeface="Alegreya Medium"/>
              </a:rPr>
              <a:t>By: </a:t>
            </a:r>
            <a:r>
              <a:rPr lang="en-US" sz="2100">
                <a:latin typeface="Alegreya Medium"/>
                <a:ea typeface="Alegreya Medium"/>
                <a:cs typeface="Alegreya Medium"/>
                <a:sym typeface="Alegreya Medium"/>
              </a:rPr>
              <a:t>Stephan Pierre, Munif  Wahid, Jeremias Batista, Isaac Amos, Karim Khalil, Nelson Acero</a:t>
            </a:r>
            <a:endParaRPr sz="2100">
              <a:latin typeface="Alegreya Medium"/>
              <a:ea typeface="Alegreya Medium"/>
              <a:cs typeface="Alegreya Medium"/>
              <a:sym typeface="Alegreya Mediu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EBEB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4"/>
          <p:cNvSpPr/>
          <p:nvPr/>
        </p:nvSpPr>
        <p:spPr>
          <a:xfrm>
            <a:off x="-2057400" y="-1258963"/>
            <a:ext cx="4114800" cy="4114800"/>
          </a:xfrm>
          <a:custGeom>
            <a:rect b="b" l="l" r="r" t="t"/>
            <a:pathLst>
              <a:path extrusionOk="0"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4" name="Google Shape;104;p14"/>
          <p:cNvSpPr/>
          <p:nvPr/>
        </p:nvSpPr>
        <p:spPr>
          <a:xfrm>
            <a:off x="-1702233" y="-903796"/>
            <a:ext cx="3404467" cy="3404467"/>
          </a:xfrm>
          <a:custGeom>
            <a:rect b="b" l="l" r="r" t="t"/>
            <a:pathLst>
              <a:path extrusionOk="0"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5" name="Google Shape;105;p14"/>
          <p:cNvSpPr txBox="1"/>
          <p:nvPr/>
        </p:nvSpPr>
        <p:spPr>
          <a:xfrm>
            <a:off x="4085116" y="1230454"/>
            <a:ext cx="101178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0">
                <a:latin typeface="Proxima Nova"/>
                <a:ea typeface="Proxima Nova"/>
                <a:cs typeface="Proxima Nova"/>
                <a:sym typeface="Proxima Nova"/>
              </a:rPr>
              <a:t>Agenda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6317700" y="3079825"/>
            <a:ext cx="6699300" cy="52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06336" lvl="0" marL="45720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SzPts val="2799"/>
              <a:buFont typeface="Alegreya Medium"/>
              <a:buAutoNum type="arabicPeriod"/>
            </a:pPr>
            <a:r>
              <a:rPr lang="en-US" sz="2799">
                <a:latin typeface="Alegreya Medium"/>
                <a:ea typeface="Alegreya Medium"/>
                <a:cs typeface="Alegreya Medium"/>
                <a:sym typeface="Alegreya Medium"/>
              </a:rPr>
              <a:t>Member Roles/Job Delegation</a:t>
            </a:r>
            <a:endParaRPr sz="2799">
              <a:latin typeface="Alegreya Medium"/>
              <a:ea typeface="Alegreya Medium"/>
              <a:cs typeface="Alegreya Medium"/>
              <a:sym typeface="Alegreya Medium"/>
            </a:endParaRPr>
          </a:p>
          <a:p>
            <a:pPr indent="-406336" lvl="0" marL="45720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SzPts val="2799"/>
              <a:buFont typeface="Alegreya Medium"/>
              <a:buAutoNum type="arabicPeriod"/>
            </a:pPr>
            <a:r>
              <a:rPr lang="en-US" sz="2799">
                <a:latin typeface="Alegreya Medium"/>
                <a:ea typeface="Alegreya Medium"/>
                <a:cs typeface="Alegreya Medium"/>
                <a:sym typeface="Alegreya Medium"/>
              </a:rPr>
              <a:t>Use Cases/Action Illustration</a:t>
            </a:r>
            <a:endParaRPr sz="2799">
              <a:latin typeface="Alegreya Medium"/>
              <a:ea typeface="Alegreya Medium"/>
              <a:cs typeface="Alegreya Medium"/>
              <a:sym typeface="Alegreya Medium"/>
            </a:endParaRPr>
          </a:p>
          <a:p>
            <a:pPr indent="-406336" lvl="0" marL="45720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SzPts val="2799"/>
              <a:buFont typeface="Alegreya Medium"/>
              <a:buAutoNum type="arabicPeriod"/>
            </a:pPr>
            <a:r>
              <a:rPr lang="en-US" sz="2799">
                <a:latin typeface="Alegreya Medium"/>
                <a:ea typeface="Alegreya Medium"/>
                <a:cs typeface="Alegreya Medium"/>
                <a:sym typeface="Alegreya Medium"/>
              </a:rPr>
              <a:t>Use Case 1 Demo</a:t>
            </a:r>
            <a:endParaRPr sz="2799">
              <a:latin typeface="Alegreya Medium"/>
              <a:ea typeface="Alegreya Medium"/>
              <a:cs typeface="Alegreya Medium"/>
              <a:sym typeface="Alegreya Medium"/>
            </a:endParaRPr>
          </a:p>
          <a:p>
            <a:pPr indent="-406336" lvl="0" marL="45720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SzPts val="2799"/>
              <a:buFont typeface="Alegreya Medium"/>
              <a:buAutoNum type="arabicPeriod"/>
            </a:pPr>
            <a:r>
              <a:rPr lang="en-US" sz="2799">
                <a:latin typeface="Alegreya Medium"/>
                <a:ea typeface="Alegreya Medium"/>
                <a:cs typeface="Alegreya Medium"/>
                <a:sym typeface="Alegreya Medium"/>
              </a:rPr>
              <a:t>Use Case 2 Demo</a:t>
            </a:r>
            <a:endParaRPr sz="2799">
              <a:latin typeface="Alegreya Medium"/>
              <a:ea typeface="Alegreya Medium"/>
              <a:cs typeface="Alegreya Medium"/>
              <a:sym typeface="Alegreya Medium"/>
            </a:endParaRPr>
          </a:p>
          <a:p>
            <a:pPr indent="-406336" lvl="0" marL="45720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SzPts val="2799"/>
              <a:buFont typeface="Alegreya Medium"/>
              <a:buAutoNum type="arabicPeriod"/>
            </a:pPr>
            <a:r>
              <a:rPr lang="en-US" sz="2799">
                <a:latin typeface="Alegreya Medium"/>
                <a:ea typeface="Alegreya Medium"/>
                <a:cs typeface="Alegreya Medium"/>
                <a:sym typeface="Alegreya Medium"/>
              </a:rPr>
              <a:t>Revenue Stream Demo</a:t>
            </a:r>
            <a:endParaRPr sz="2799">
              <a:latin typeface="Alegreya Medium"/>
              <a:ea typeface="Alegreya Medium"/>
              <a:cs typeface="Alegreya Medium"/>
              <a:sym typeface="Alegreya Medium"/>
            </a:endParaRPr>
          </a:p>
          <a:p>
            <a:pPr indent="-406336" lvl="0" marL="45720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SzPts val="2799"/>
              <a:buFont typeface="Alegreya Medium"/>
              <a:buAutoNum type="arabicPeriod"/>
            </a:pPr>
            <a:r>
              <a:rPr lang="en-US" sz="2799">
                <a:latin typeface="Alegreya Medium"/>
                <a:ea typeface="Alegreya Medium"/>
                <a:cs typeface="Alegreya Medium"/>
                <a:sym typeface="Alegreya Medium"/>
              </a:rPr>
              <a:t>Stored Procedure/Transaction Demo</a:t>
            </a:r>
            <a:endParaRPr sz="2799">
              <a:latin typeface="Alegreya Medium"/>
              <a:ea typeface="Alegreya Medium"/>
              <a:cs typeface="Alegreya Medium"/>
              <a:sym typeface="Alegreya Medium"/>
            </a:endParaRPr>
          </a:p>
          <a:p>
            <a:pPr indent="-406336" lvl="0" marL="45720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SzPts val="2799"/>
              <a:buFont typeface="Alegreya Medium"/>
              <a:buAutoNum type="arabicPeriod"/>
            </a:pPr>
            <a:r>
              <a:rPr lang="en-US" sz="2799">
                <a:latin typeface="Alegreya Medium"/>
                <a:ea typeface="Alegreya Medium"/>
                <a:cs typeface="Alegreya Medium"/>
                <a:sym typeface="Alegreya Medium"/>
              </a:rPr>
              <a:t>Explanation of 2NF Diagram</a:t>
            </a:r>
            <a:endParaRPr sz="2799">
              <a:latin typeface="Alegreya Medium"/>
              <a:ea typeface="Alegreya Medium"/>
              <a:cs typeface="Alegreya Medium"/>
              <a:sym typeface="Alegreya Medium"/>
            </a:endParaRPr>
          </a:p>
          <a:p>
            <a:pPr indent="-406336" lvl="0" marL="45720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SzPts val="2799"/>
              <a:buFont typeface="Alegreya Medium"/>
              <a:buAutoNum type="arabicPeriod"/>
            </a:pPr>
            <a:r>
              <a:rPr lang="en-US" sz="2799">
                <a:latin typeface="Alegreya Medium"/>
                <a:ea typeface="Alegreya Medium"/>
                <a:cs typeface="Alegreya Medium"/>
                <a:sym typeface="Alegreya Medium"/>
              </a:rPr>
              <a:t>Takeaways from Project</a:t>
            </a:r>
            <a:endParaRPr sz="2799">
              <a:latin typeface="Alegreya Medium"/>
              <a:ea typeface="Alegreya Medium"/>
              <a:cs typeface="Alegreya Medium"/>
              <a:sym typeface="Alegreya Medium"/>
            </a:endParaRPr>
          </a:p>
          <a:p>
            <a:pPr indent="-406336" lvl="0" marL="45720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SzPts val="2799"/>
              <a:buFont typeface="Alegreya Medium"/>
              <a:buAutoNum type="arabicPeriod"/>
            </a:pPr>
            <a:r>
              <a:rPr lang="en-US" sz="2799">
                <a:latin typeface="Alegreya Medium"/>
                <a:ea typeface="Alegreya Medium"/>
                <a:cs typeface="Alegreya Medium"/>
                <a:sym typeface="Alegreya Medium"/>
              </a:rPr>
              <a:t>QnA</a:t>
            </a:r>
            <a:endParaRPr sz="2799">
              <a:latin typeface="Alegreya Medium"/>
              <a:ea typeface="Alegreya Medium"/>
              <a:cs typeface="Alegreya Medium"/>
              <a:sym typeface="Alegreya Medium"/>
            </a:endParaRPr>
          </a:p>
        </p:txBody>
      </p:sp>
      <p:sp>
        <p:nvSpPr>
          <p:cNvPr id="107" name="Google Shape;107;p14"/>
          <p:cNvSpPr/>
          <p:nvPr/>
        </p:nvSpPr>
        <p:spPr>
          <a:xfrm>
            <a:off x="16230600" y="7200900"/>
            <a:ext cx="4114800" cy="4114800"/>
          </a:xfrm>
          <a:custGeom>
            <a:rect b="b" l="l" r="r" t="t"/>
            <a:pathLst>
              <a:path extrusionOk="0"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8" name="Google Shape;108;p14"/>
          <p:cNvSpPr/>
          <p:nvPr/>
        </p:nvSpPr>
        <p:spPr>
          <a:xfrm>
            <a:off x="16585767" y="7556067"/>
            <a:ext cx="3404467" cy="3404467"/>
          </a:xfrm>
          <a:custGeom>
            <a:rect b="b" l="l" r="r" t="t"/>
            <a:pathLst>
              <a:path extrusionOk="0"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09" name="Google Shape;109;p14"/>
          <p:cNvGrpSpPr/>
          <p:nvPr/>
        </p:nvGrpSpPr>
        <p:grpSpPr>
          <a:xfrm>
            <a:off x="12319137" y="9258300"/>
            <a:ext cx="3911463" cy="3911463"/>
            <a:chOff x="0" y="0"/>
            <a:chExt cx="812800" cy="812800"/>
          </a:xfrm>
        </p:grpSpPr>
        <p:sp>
          <p:nvSpPr>
            <p:cNvPr id="110" name="Google Shape;110;p14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2" name="Google Shape;112;p14"/>
          <p:cNvSpPr/>
          <p:nvPr/>
        </p:nvSpPr>
        <p:spPr>
          <a:xfrm>
            <a:off x="16998733" y="7969033"/>
            <a:ext cx="2578533" cy="2578533"/>
          </a:xfrm>
          <a:custGeom>
            <a:rect b="b" l="l" r="r" t="t"/>
            <a:pathLst>
              <a:path extrusionOk="0" h="2578533" w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3" name="Google Shape;113;p14"/>
          <p:cNvSpPr/>
          <p:nvPr/>
        </p:nvSpPr>
        <p:spPr>
          <a:xfrm>
            <a:off x="-1289267" y="-490830"/>
            <a:ext cx="2578533" cy="2578533"/>
          </a:xfrm>
          <a:custGeom>
            <a:rect b="b" l="l" r="r" t="t"/>
            <a:pathLst>
              <a:path extrusionOk="0" h="2578533" w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14" name="Google Shape;114;p14"/>
          <p:cNvGrpSpPr/>
          <p:nvPr/>
        </p:nvGrpSpPr>
        <p:grpSpPr>
          <a:xfrm>
            <a:off x="2129385" y="-2859528"/>
            <a:ext cx="3911463" cy="3911463"/>
            <a:chOff x="0" y="0"/>
            <a:chExt cx="812800" cy="812800"/>
          </a:xfrm>
        </p:grpSpPr>
        <p:sp>
          <p:nvSpPr>
            <p:cNvPr id="115" name="Google Shape;115;p14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EBEB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5"/>
          <p:cNvSpPr/>
          <p:nvPr/>
        </p:nvSpPr>
        <p:spPr>
          <a:xfrm>
            <a:off x="-2057400" y="-1258963"/>
            <a:ext cx="4114800" cy="4114800"/>
          </a:xfrm>
          <a:custGeom>
            <a:rect b="b" l="l" r="r" t="t"/>
            <a:pathLst>
              <a:path extrusionOk="0"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2" name="Google Shape;122;p15"/>
          <p:cNvSpPr/>
          <p:nvPr/>
        </p:nvSpPr>
        <p:spPr>
          <a:xfrm>
            <a:off x="-1702233" y="-903796"/>
            <a:ext cx="3404467" cy="3404467"/>
          </a:xfrm>
          <a:custGeom>
            <a:rect b="b" l="l" r="r" t="t"/>
            <a:pathLst>
              <a:path extrusionOk="0"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3" name="Google Shape;123;p15"/>
          <p:cNvSpPr txBox="1"/>
          <p:nvPr/>
        </p:nvSpPr>
        <p:spPr>
          <a:xfrm>
            <a:off x="4085116" y="1230454"/>
            <a:ext cx="101178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0">
                <a:latin typeface="Alegreya Medium"/>
                <a:ea typeface="Alegreya Medium"/>
                <a:cs typeface="Alegreya Medium"/>
                <a:sym typeface="Alegreya Medium"/>
              </a:rPr>
              <a:t>Member Roles</a:t>
            </a:r>
            <a:endParaRPr>
              <a:latin typeface="Alegreya Medium"/>
              <a:ea typeface="Alegreya Medium"/>
              <a:cs typeface="Alegreya Medium"/>
              <a:sym typeface="Alegreya Medium"/>
            </a:endParaRPr>
          </a:p>
        </p:txBody>
      </p:sp>
      <p:sp>
        <p:nvSpPr>
          <p:cNvPr id="124" name="Google Shape;124;p15"/>
          <p:cNvSpPr/>
          <p:nvPr/>
        </p:nvSpPr>
        <p:spPr>
          <a:xfrm>
            <a:off x="16230600" y="7200900"/>
            <a:ext cx="4114800" cy="4114800"/>
          </a:xfrm>
          <a:custGeom>
            <a:rect b="b" l="l" r="r" t="t"/>
            <a:pathLst>
              <a:path extrusionOk="0"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5" name="Google Shape;125;p15"/>
          <p:cNvSpPr/>
          <p:nvPr/>
        </p:nvSpPr>
        <p:spPr>
          <a:xfrm>
            <a:off x="16585767" y="7556067"/>
            <a:ext cx="3404467" cy="3404467"/>
          </a:xfrm>
          <a:custGeom>
            <a:rect b="b" l="l" r="r" t="t"/>
            <a:pathLst>
              <a:path extrusionOk="0"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26" name="Google Shape;126;p15"/>
          <p:cNvGrpSpPr/>
          <p:nvPr/>
        </p:nvGrpSpPr>
        <p:grpSpPr>
          <a:xfrm>
            <a:off x="12319137" y="9258300"/>
            <a:ext cx="3911437" cy="3911437"/>
            <a:chOff x="0" y="0"/>
            <a:chExt cx="812800" cy="812800"/>
          </a:xfrm>
        </p:grpSpPr>
        <p:sp>
          <p:nvSpPr>
            <p:cNvPr id="127" name="Google Shape;127;p15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15"/>
            <p:cNvSpPr txBox="1"/>
            <p:nvPr/>
          </p:nvSpPr>
          <p:spPr>
            <a:xfrm>
              <a:off x="76200" y="38100"/>
              <a:ext cx="660300" cy="69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9" name="Google Shape;129;p15"/>
          <p:cNvSpPr/>
          <p:nvPr/>
        </p:nvSpPr>
        <p:spPr>
          <a:xfrm>
            <a:off x="16998733" y="7969033"/>
            <a:ext cx="2578533" cy="2578533"/>
          </a:xfrm>
          <a:custGeom>
            <a:rect b="b" l="l" r="r" t="t"/>
            <a:pathLst>
              <a:path extrusionOk="0" h="2578533" w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0" name="Google Shape;130;p15"/>
          <p:cNvSpPr/>
          <p:nvPr/>
        </p:nvSpPr>
        <p:spPr>
          <a:xfrm>
            <a:off x="-1289267" y="-490830"/>
            <a:ext cx="2578533" cy="2578533"/>
          </a:xfrm>
          <a:custGeom>
            <a:rect b="b" l="l" r="r" t="t"/>
            <a:pathLst>
              <a:path extrusionOk="0" h="2578533" w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31" name="Google Shape;131;p15"/>
          <p:cNvGrpSpPr/>
          <p:nvPr/>
        </p:nvGrpSpPr>
        <p:grpSpPr>
          <a:xfrm>
            <a:off x="2129385" y="-2859528"/>
            <a:ext cx="3911437" cy="3911437"/>
            <a:chOff x="0" y="0"/>
            <a:chExt cx="812800" cy="812800"/>
          </a:xfrm>
        </p:grpSpPr>
        <p:sp>
          <p:nvSpPr>
            <p:cNvPr id="132" name="Google Shape;132;p15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15"/>
            <p:cNvSpPr txBox="1"/>
            <p:nvPr/>
          </p:nvSpPr>
          <p:spPr>
            <a:xfrm>
              <a:off x="76200" y="38100"/>
              <a:ext cx="660300" cy="69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4" name="Google Shape;134;p15"/>
          <p:cNvSpPr/>
          <p:nvPr/>
        </p:nvSpPr>
        <p:spPr>
          <a:xfrm>
            <a:off x="3462223" y="3428992"/>
            <a:ext cx="3911600" cy="3608832"/>
          </a:xfrm>
          <a:custGeom>
            <a:rect b="b" l="l" r="r" t="t"/>
            <a:pathLst>
              <a:path extrusionOk="0" h="812800" w="812800">
                <a:moveTo>
                  <a:pt x="127000" y="0"/>
                </a:moveTo>
                <a:lnTo>
                  <a:pt x="685800" y="0"/>
                </a:lnTo>
                <a:cubicBezTo>
                  <a:pt x="755940" y="0"/>
                  <a:pt x="812800" y="56860"/>
                  <a:pt x="812800" y="127000"/>
                </a:cubicBezTo>
                <a:lnTo>
                  <a:pt x="812800" y="685800"/>
                </a:lnTo>
                <a:cubicBezTo>
                  <a:pt x="812800" y="755940"/>
                  <a:pt x="755940" y="812800"/>
                  <a:pt x="685800" y="812800"/>
                </a:cubicBezTo>
                <a:lnTo>
                  <a:pt x="127000" y="812800"/>
                </a:lnTo>
                <a:cubicBezTo>
                  <a:pt x="56860" y="812800"/>
                  <a:pt x="0" y="755940"/>
                  <a:pt x="0" y="685800"/>
                </a:cubicBezTo>
                <a:lnTo>
                  <a:pt x="0" y="127000"/>
                </a:lnTo>
                <a:cubicBezTo>
                  <a:pt x="0" y="56860"/>
                  <a:pt x="56860" y="0"/>
                  <a:pt x="127000" y="0"/>
                </a:cubicBezTo>
                <a:close/>
              </a:path>
            </a:pathLst>
          </a:custGeom>
          <a:solidFill>
            <a:srgbClr val="FFFFFF">
              <a:alpha val="49800"/>
            </a:srgbClr>
          </a:solidFill>
          <a:ln cap="rnd" cmpd="sng" w="31850">
            <a:solidFill>
              <a:srgbClr val="000000">
                <a:alpha val="498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975" lIns="50975" spcFirstLastPara="1" rIns="50975" wrap="square" tIns="509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latin typeface="Alegreya"/>
                <a:ea typeface="Alegreya"/>
                <a:cs typeface="Alegreya"/>
                <a:sym typeface="Alegreya"/>
              </a:rPr>
              <a:t>BACKEND TEAM:</a:t>
            </a:r>
            <a:endParaRPr b="1" sz="3000">
              <a:latin typeface="Alegreya"/>
              <a:ea typeface="Alegreya"/>
              <a:cs typeface="Alegreya"/>
              <a:sym typeface="Alegrey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latin typeface="Alegreya Medium"/>
                <a:ea typeface="Alegreya Medium"/>
                <a:cs typeface="Alegreya Medium"/>
                <a:sym typeface="Alegreya Medium"/>
              </a:rPr>
              <a:t>Stephan Pierre</a:t>
            </a:r>
            <a:endParaRPr sz="3000">
              <a:latin typeface="Alegreya Medium"/>
              <a:ea typeface="Alegreya Medium"/>
              <a:cs typeface="Alegreya Medium"/>
              <a:sym typeface="Alegreya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3000">
                <a:latin typeface="Alegreya Medium"/>
                <a:ea typeface="Alegreya Medium"/>
                <a:cs typeface="Alegreya Medium"/>
                <a:sym typeface="Alegreya Medium"/>
              </a:rPr>
            </a:br>
            <a:r>
              <a:rPr lang="en-US" sz="3000">
                <a:latin typeface="Alegreya Medium"/>
                <a:ea typeface="Alegreya Medium"/>
                <a:cs typeface="Alegreya Medium"/>
                <a:sym typeface="Alegreya Medium"/>
              </a:rPr>
              <a:t>Munif Wahid</a:t>
            </a:r>
            <a:endParaRPr sz="3000">
              <a:latin typeface="Alegreya Medium"/>
              <a:ea typeface="Alegreya Medium"/>
              <a:cs typeface="Alegreya Medium"/>
              <a:sym typeface="Alegreya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3000">
                <a:latin typeface="Alegreya Medium"/>
                <a:ea typeface="Alegreya Medium"/>
                <a:cs typeface="Alegreya Medium"/>
                <a:sym typeface="Alegreya Medium"/>
              </a:rPr>
            </a:br>
            <a:r>
              <a:rPr lang="en-US" sz="3000">
                <a:latin typeface="Alegreya Medium"/>
                <a:ea typeface="Alegreya Medium"/>
                <a:cs typeface="Alegreya Medium"/>
                <a:sym typeface="Alegreya Medium"/>
              </a:rPr>
              <a:t>Nelson </a:t>
            </a:r>
            <a:r>
              <a:rPr lang="en-US" sz="3000">
                <a:solidFill>
                  <a:schemeClr val="dk1"/>
                </a:solidFill>
                <a:latin typeface="Alegreya Medium"/>
                <a:ea typeface="Alegreya Medium"/>
                <a:cs typeface="Alegreya Medium"/>
                <a:sym typeface="Alegreya Medium"/>
              </a:rPr>
              <a:t>Acero</a:t>
            </a:r>
            <a:endParaRPr sz="3000">
              <a:latin typeface="Alegreya Medium"/>
              <a:ea typeface="Alegreya Medium"/>
              <a:cs typeface="Alegreya Medium"/>
              <a:sym typeface="Alegreya Medium"/>
            </a:endParaRPr>
          </a:p>
        </p:txBody>
      </p:sp>
      <p:sp>
        <p:nvSpPr>
          <p:cNvPr id="135" name="Google Shape;135;p15"/>
          <p:cNvSpPr/>
          <p:nvPr/>
        </p:nvSpPr>
        <p:spPr>
          <a:xfrm>
            <a:off x="11233800" y="3347713"/>
            <a:ext cx="3592576" cy="3771392"/>
          </a:xfrm>
          <a:custGeom>
            <a:rect b="b" l="l" r="r" t="t"/>
            <a:pathLst>
              <a:path extrusionOk="0" h="812800" w="812800">
                <a:moveTo>
                  <a:pt x="127000" y="0"/>
                </a:moveTo>
                <a:lnTo>
                  <a:pt x="685800" y="0"/>
                </a:lnTo>
                <a:cubicBezTo>
                  <a:pt x="755940" y="0"/>
                  <a:pt x="812800" y="56860"/>
                  <a:pt x="812800" y="127000"/>
                </a:cubicBezTo>
                <a:lnTo>
                  <a:pt x="812800" y="685800"/>
                </a:lnTo>
                <a:cubicBezTo>
                  <a:pt x="812800" y="755940"/>
                  <a:pt x="755940" y="812800"/>
                  <a:pt x="685800" y="812800"/>
                </a:cubicBezTo>
                <a:lnTo>
                  <a:pt x="127000" y="812800"/>
                </a:lnTo>
                <a:cubicBezTo>
                  <a:pt x="56860" y="812800"/>
                  <a:pt x="0" y="755940"/>
                  <a:pt x="0" y="685800"/>
                </a:cubicBezTo>
                <a:lnTo>
                  <a:pt x="0" y="127000"/>
                </a:lnTo>
                <a:cubicBezTo>
                  <a:pt x="0" y="56860"/>
                  <a:pt x="56860" y="0"/>
                  <a:pt x="127000" y="0"/>
                </a:cubicBezTo>
                <a:close/>
              </a:path>
            </a:pathLst>
          </a:custGeom>
          <a:solidFill>
            <a:srgbClr val="FFFFFF">
              <a:alpha val="49800"/>
            </a:srgbClr>
          </a:solidFill>
          <a:ln cap="rnd" cmpd="sng" w="31850">
            <a:solidFill>
              <a:srgbClr val="000000">
                <a:alpha val="498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975" lIns="50975" spcFirstLastPara="1" rIns="50975" wrap="square" tIns="509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latin typeface="Alegreya"/>
                <a:ea typeface="Alegreya"/>
                <a:cs typeface="Alegreya"/>
                <a:sym typeface="Alegreya"/>
              </a:rPr>
              <a:t>FRONTEND TEAM:</a:t>
            </a:r>
            <a:br>
              <a:rPr lang="en-US" sz="3000">
                <a:latin typeface="Alegreya SemiBold"/>
                <a:ea typeface="Alegreya SemiBold"/>
                <a:cs typeface="Alegreya SemiBold"/>
                <a:sym typeface="Alegreya SemiBold"/>
              </a:rPr>
            </a:br>
            <a:r>
              <a:rPr lang="en-US" sz="3000">
                <a:latin typeface="Alegreya Medium"/>
                <a:ea typeface="Alegreya Medium"/>
                <a:cs typeface="Alegreya Medium"/>
                <a:sym typeface="Alegreya Medium"/>
              </a:rPr>
              <a:t>Jeremias B Rivera</a:t>
            </a:r>
            <a:endParaRPr sz="3000">
              <a:latin typeface="Alegreya Medium"/>
              <a:ea typeface="Alegreya Medium"/>
              <a:cs typeface="Alegreya Medium"/>
              <a:sym typeface="Alegreya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Alegreya Medium"/>
              <a:ea typeface="Alegreya Medium"/>
              <a:cs typeface="Alegreya Medium"/>
              <a:sym typeface="Alegreya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latin typeface="Alegreya Medium"/>
                <a:ea typeface="Alegreya Medium"/>
                <a:cs typeface="Alegreya Medium"/>
                <a:sym typeface="Alegreya Medium"/>
              </a:rPr>
              <a:t>Isaac Amos</a:t>
            </a:r>
            <a:endParaRPr sz="3000">
              <a:latin typeface="Alegreya Medium"/>
              <a:ea typeface="Alegreya Medium"/>
              <a:cs typeface="Alegreya Medium"/>
              <a:sym typeface="Alegreya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Alegreya Medium"/>
              <a:ea typeface="Alegreya Medium"/>
              <a:cs typeface="Alegreya Medium"/>
              <a:sym typeface="Alegreya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latin typeface="Alegreya Medium"/>
                <a:ea typeface="Alegreya Medium"/>
                <a:cs typeface="Alegreya Medium"/>
                <a:sym typeface="Alegreya Medium"/>
              </a:rPr>
              <a:t>Karim Khalil</a:t>
            </a:r>
            <a:endParaRPr sz="3000">
              <a:latin typeface="Alegreya Medium"/>
              <a:ea typeface="Alegreya Medium"/>
              <a:cs typeface="Alegreya Medium"/>
              <a:sym typeface="Alegreya Medium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EBEB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6"/>
          <p:cNvSpPr/>
          <p:nvPr/>
        </p:nvSpPr>
        <p:spPr>
          <a:xfrm>
            <a:off x="-2057400" y="-1258963"/>
            <a:ext cx="4114800" cy="4114800"/>
          </a:xfrm>
          <a:custGeom>
            <a:rect b="b" l="l" r="r" t="t"/>
            <a:pathLst>
              <a:path extrusionOk="0"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1" name="Google Shape;141;p16"/>
          <p:cNvSpPr/>
          <p:nvPr/>
        </p:nvSpPr>
        <p:spPr>
          <a:xfrm>
            <a:off x="-1702233" y="-903796"/>
            <a:ext cx="3404467" cy="3404467"/>
          </a:xfrm>
          <a:custGeom>
            <a:rect b="b" l="l" r="r" t="t"/>
            <a:pathLst>
              <a:path extrusionOk="0"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2" name="Google Shape;142;p16"/>
          <p:cNvSpPr txBox="1"/>
          <p:nvPr/>
        </p:nvSpPr>
        <p:spPr>
          <a:xfrm>
            <a:off x="4085116" y="1230454"/>
            <a:ext cx="101178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0">
                <a:latin typeface="Alegreya"/>
                <a:ea typeface="Alegreya"/>
                <a:cs typeface="Alegreya"/>
                <a:sym typeface="Alegreya"/>
              </a:rPr>
              <a:t>Use Cases</a:t>
            </a:r>
            <a:endParaRPr b="1">
              <a:latin typeface="Alegreya"/>
              <a:ea typeface="Alegreya"/>
              <a:cs typeface="Alegreya"/>
              <a:sym typeface="Alegreya"/>
            </a:endParaRPr>
          </a:p>
        </p:txBody>
      </p:sp>
      <p:sp>
        <p:nvSpPr>
          <p:cNvPr id="143" name="Google Shape;143;p16"/>
          <p:cNvSpPr txBox="1"/>
          <p:nvPr/>
        </p:nvSpPr>
        <p:spPr>
          <a:xfrm>
            <a:off x="3671808" y="3816200"/>
            <a:ext cx="1866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latin typeface="Alegreya Medium"/>
                <a:ea typeface="Alegreya Medium"/>
                <a:cs typeface="Alegreya Medium"/>
                <a:sym typeface="Alegreya Medium"/>
              </a:rPr>
              <a:t>Use case 1: </a:t>
            </a:r>
            <a:endParaRPr sz="3000">
              <a:latin typeface="Alegreya Medium"/>
              <a:ea typeface="Alegreya Medium"/>
              <a:cs typeface="Alegreya Medium"/>
              <a:sym typeface="Alegreya Medium"/>
            </a:endParaRPr>
          </a:p>
        </p:txBody>
      </p:sp>
      <p:sp>
        <p:nvSpPr>
          <p:cNvPr id="144" name="Google Shape;144;p16"/>
          <p:cNvSpPr/>
          <p:nvPr/>
        </p:nvSpPr>
        <p:spPr>
          <a:xfrm>
            <a:off x="16230600" y="7200900"/>
            <a:ext cx="4114800" cy="4114800"/>
          </a:xfrm>
          <a:custGeom>
            <a:rect b="b" l="l" r="r" t="t"/>
            <a:pathLst>
              <a:path extrusionOk="0"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5" name="Google Shape;145;p16"/>
          <p:cNvSpPr/>
          <p:nvPr/>
        </p:nvSpPr>
        <p:spPr>
          <a:xfrm>
            <a:off x="16585767" y="7556067"/>
            <a:ext cx="3404467" cy="3404467"/>
          </a:xfrm>
          <a:custGeom>
            <a:rect b="b" l="l" r="r" t="t"/>
            <a:pathLst>
              <a:path extrusionOk="0"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46" name="Google Shape;146;p16"/>
          <p:cNvGrpSpPr/>
          <p:nvPr/>
        </p:nvGrpSpPr>
        <p:grpSpPr>
          <a:xfrm>
            <a:off x="12319137" y="9258300"/>
            <a:ext cx="3911463" cy="3911463"/>
            <a:chOff x="0" y="0"/>
            <a:chExt cx="812800" cy="812800"/>
          </a:xfrm>
        </p:grpSpPr>
        <p:sp>
          <p:nvSpPr>
            <p:cNvPr id="147" name="Google Shape;147;p16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p1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9" name="Google Shape;149;p16"/>
          <p:cNvSpPr/>
          <p:nvPr/>
        </p:nvSpPr>
        <p:spPr>
          <a:xfrm>
            <a:off x="16998733" y="7969033"/>
            <a:ext cx="2578533" cy="2578533"/>
          </a:xfrm>
          <a:custGeom>
            <a:rect b="b" l="l" r="r" t="t"/>
            <a:pathLst>
              <a:path extrusionOk="0" h="2578533" w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0" name="Google Shape;150;p16"/>
          <p:cNvSpPr/>
          <p:nvPr/>
        </p:nvSpPr>
        <p:spPr>
          <a:xfrm>
            <a:off x="-1289267" y="-490830"/>
            <a:ext cx="2578533" cy="2578533"/>
          </a:xfrm>
          <a:custGeom>
            <a:rect b="b" l="l" r="r" t="t"/>
            <a:pathLst>
              <a:path extrusionOk="0" h="2578533" w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51" name="Google Shape;151;p16"/>
          <p:cNvGrpSpPr/>
          <p:nvPr/>
        </p:nvGrpSpPr>
        <p:grpSpPr>
          <a:xfrm>
            <a:off x="2129385" y="-2859528"/>
            <a:ext cx="3911463" cy="3911463"/>
            <a:chOff x="0" y="0"/>
            <a:chExt cx="812800" cy="812800"/>
          </a:xfrm>
        </p:grpSpPr>
        <p:sp>
          <p:nvSpPr>
            <p:cNvPr id="152" name="Google Shape;152;p16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1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4" name="Google Shape;154;p16"/>
          <p:cNvSpPr txBox="1"/>
          <p:nvPr/>
        </p:nvSpPr>
        <p:spPr>
          <a:xfrm>
            <a:off x="13359275" y="3844763"/>
            <a:ext cx="16116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99">
                <a:latin typeface="Alegreya Medium"/>
                <a:ea typeface="Alegreya Medium"/>
                <a:cs typeface="Alegreya Medium"/>
                <a:sym typeface="Alegreya Medium"/>
              </a:rPr>
              <a:t>Use case 2:</a:t>
            </a:r>
            <a:endParaRPr>
              <a:latin typeface="Alegreya Medium"/>
              <a:ea typeface="Alegreya Medium"/>
              <a:cs typeface="Alegreya Medium"/>
              <a:sym typeface="Alegreya Medium"/>
            </a:endParaRPr>
          </a:p>
        </p:txBody>
      </p:sp>
      <p:grpSp>
        <p:nvGrpSpPr>
          <p:cNvPr id="155" name="Google Shape;155;p16"/>
          <p:cNvGrpSpPr/>
          <p:nvPr/>
        </p:nvGrpSpPr>
        <p:grpSpPr>
          <a:xfrm>
            <a:off x="2632137" y="3873333"/>
            <a:ext cx="840110" cy="840110"/>
            <a:chOff x="0" y="0"/>
            <a:chExt cx="812800" cy="812800"/>
          </a:xfrm>
        </p:grpSpPr>
        <p:sp>
          <p:nvSpPr>
            <p:cNvPr id="156" name="Google Shape;156;p16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" name="Google Shape;157;p1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8" name="Google Shape;158;p16"/>
          <p:cNvGrpSpPr/>
          <p:nvPr/>
        </p:nvGrpSpPr>
        <p:grpSpPr>
          <a:xfrm>
            <a:off x="12319133" y="3901908"/>
            <a:ext cx="840110" cy="840110"/>
            <a:chOff x="0" y="0"/>
            <a:chExt cx="812800" cy="812800"/>
          </a:xfrm>
        </p:grpSpPr>
        <p:sp>
          <p:nvSpPr>
            <p:cNvPr id="159" name="Google Shape;159;p16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" name="Google Shape;160;p1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1" name="Google Shape;161;p16"/>
          <p:cNvSpPr txBox="1"/>
          <p:nvPr/>
        </p:nvSpPr>
        <p:spPr>
          <a:xfrm>
            <a:off x="2682272" y="4024152"/>
            <a:ext cx="7398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99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01</a:t>
            </a:r>
            <a:endParaRPr/>
          </a:p>
        </p:txBody>
      </p:sp>
      <p:sp>
        <p:nvSpPr>
          <p:cNvPr id="162" name="Google Shape;162;p16"/>
          <p:cNvSpPr txBox="1"/>
          <p:nvPr/>
        </p:nvSpPr>
        <p:spPr>
          <a:xfrm>
            <a:off x="12369268" y="4052727"/>
            <a:ext cx="7398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99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02</a:t>
            </a:r>
            <a:endParaRPr/>
          </a:p>
        </p:txBody>
      </p:sp>
      <p:sp>
        <p:nvSpPr>
          <p:cNvPr id="163" name="Google Shape;163;p16"/>
          <p:cNvSpPr/>
          <p:nvPr/>
        </p:nvSpPr>
        <p:spPr>
          <a:xfrm>
            <a:off x="379075" y="5264650"/>
            <a:ext cx="937200" cy="1002000"/>
          </a:xfrm>
          <a:prstGeom prst="flowChartConnector">
            <a:avLst/>
          </a:prstGeom>
          <a:solidFill>
            <a:srgbClr val="9BBB59"/>
          </a:solidFill>
          <a:ln cap="flat" cmpd="sng" w="8375">
            <a:solidFill>
              <a:srgbClr val="9BBB59"/>
            </a:solidFill>
            <a:prstDash val="solid"/>
            <a:round/>
            <a:headEnd len="sm" w="sm" type="none"/>
            <a:tailEnd len="sm" w="sm" type="none"/>
          </a:ln>
          <a:effectLst>
            <a:outerShdw blurRad="50096" rotWithShape="0" algn="bl" dir="5400000" dist="16699">
              <a:srgbClr val="000000">
                <a:alpha val="50000"/>
              </a:srgbClr>
            </a:outerShdw>
          </a:effectLst>
        </p:spPr>
        <p:txBody>
          <a:bodyPr anchorCtr="0" anchor="ctr" bIns="80150" lIns="80150" spcFirstLastPara="1" rIns="80150" wrap="square" tIns="801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27"/>
              <a:t>Login / Sign up</a:t>
            </a:r>
            <a:endParaRPr sz="1227"/>
          </a:p>
        </p:txBody>
      </p:sp>
      <p:sp>
        <p:nvSpPr>
          <p:cNvPr id="164" name="Google Shape;164;p16"/>
          <p:cNvSpPr/>
          <p:nvPr/>
        </p:nvSpPr>
        <p:spPr>
          <a:xfrm>
            <a:off x="3827650" y="5264975"/>
            <a:ext cx="1134300" cy="1002000"/>
          </a:xfrm>
          <a:prstGeom prst="flowChartConnector">
            <a:avLst/>
          </a:prstGeom>
          <a:solidFill>
            <a:srgbClr val="9BBB59"/>
          </a:solidFill>
          <a:ln cap="flat" cmpd="sng" w="8375">
            <a:solidFill>
              <a:srgbClr val="9BBB59"/>
            </a:solidFill>
            <a:prstDash val="solid"/>
            <a:round/>
            <a:headEnd len="sm" w="sm" type="none"/>
            <a:tailEnd len="sm" w="sm" type="none"/>
          </a:ln>
          <a:effectLst>
            <a:outerShdw blurRad="50096" rotWithShape="0" algn="bl" dir="5400000" dist="16699">
              <a:srgbClr val="000000">
                <a:alpha val="50000"/>
              </a:srgbClr>
            </a:outerShdw>
          </a:effectLst>
        </p:spPr>
        <p:txBody>
          <a:bodyPr anchorCtr="0" anchor="ctr" bIns="80150" lIns="80150" spcFirstLastPara="1" rIns="80150" wrap="square" tIns="801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27"/>
              <a:t>Browse Chefs</a:t>
            </a:r>
            <a:endParaRPr sz="1227"/>
          </a:p>
        </p:txBody>
      </p:sp>
      <p:sp>
        <p:nvSpPr>
          <p:cNvPr id="165" name="Google Shape;165;p16"/>
          <p:cNvSpPr/>
          <p:nvPr/>
        </p:nvSpPr>
        <p:spPr>
          <a:xfrm>
            <a:off x="5551937" y="5264650"/>
            <a:ext cx="937200" cy="1002000"/>
          </a:xfrm>
          <a:prstGeom prst="flowChartConnector">
            <a:avLst/>
          </a:prstGeom>
          <a:solidFill>
            <a:srgbClr val="9BBB59"/>
          </a:solidFill>
          <a:ln cap="flat" cmpd="sng" w="8375">
            <a:solidFill>
              <a:srgbClr val="9BBB59"/>
            </a:solidFill>
            <a:prstDash val="solid"/>
            <a:round/>
            <a:headEnd len="sm" w="sm" type="none"/>
            <a:tailEnd len="sm" w="sm" type="none"/>
          </a:ln>
          <a:effectLst>
            <a:outerShdw blurRad="50096" rotWithShape="0" algn="bl" dir="5400000" dist="16699">
              <a:srgbClr val="000000">
                <a:alpha val="50000"/>
              </a:srgbClr>
            </a:outerShdw>
          </a:effectLst>
        </p:spPr>
        <p:txBody>
          <a:bodyPr anchorCtr="0" anchor="ctr" bIns="80150" lIns="80150" spcFirstLastPara="1" rIns="80150" wrap="square" tIns="801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27"/>
              <a:t>Select Date &amp; Time</a:t>
            </a:r>
            <a:endParaRPr sz="1227"/>
          </a:p>
        </p:txBody>
      </p:sp>
      <p:sp>
        <p:nvSpPr>
          <p:cNvPr id="166" name="Google Shape;166;p16"/>
          <p:cNvSpPr/>
          <p:nvPr/>
        </p:nvSpPr>
        <p:spPr>
          <a:xfrm>
            <a:off x="3865195" y="6961423"/>
            <a:ext cx="937200" cy="1002000"/>
          </a:xfrm>
          <a:prstGeom prst="flowChartConnector">
            <a:avLst/>
          </a:prstGeom>
          <a:solidFill>
            <a:srgbClr val="9BBB59"/>
          </a:solidFill>
          <a:ln cap="flat" cmpd="sng" w="8375">
            <a:solidFill>
              <a:srgbClr val="9BBB59"/>
            </a:solidFill>
            <a:prstDash val="solid"/>
            <a:round/>
            <a:headEnd len="sm" w="sm" type="none"/>
            <a:tailEnd len="sm" w="sm" type="none"/>
          </a:ln>
          <a:effectLst>
            <a:outerShdw blurRad="50096" rotWithShape="0" algn="bl" dir="5400000" dist="16699">
              <a:srgbClr val="000000">
                <a:alpha val="50000"/>
              </a:srgbClr>
            </a:outerShdw>
          </a:effectLst>
        </p:spPr>
        <p:txBody>
          <a:bodyPr anchorCtr="0" anchor="ctr" bIns="80150" lIns="80150" spcFirstLastPara="1" rIns="80150" wrap="square" tIns="801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27"/>
              <a:t>Chef Cooks Meal</a:t>
            </a:r>
            <a:endParaRPr sz="1227"/>
          </a:p>
        </p:txBody>
      </p:sp>
      <p:sp>
        <p:nvSpPr>
          <p:cNvPr id="167" name="Google Shape;167;p16"/>
          <p:cNvSpPr/>
          <p:nvPr/>
        </p:nvSpPr>
        <p:spPr>
          <a:xfrm>
            <a:off x="6414020" y="6961423"/>
            <a:ext cx="937200" cy="1002000"/>
          </a:xfrm>
          <a:prstGeom prst="flowChartConnector">
            <a:avLst/>
          </a:prstGeom>
          <a:solidFill>
            <a:srgbClr val="9BBB59"/>
          </a:solidFill>
          <a:ln cap="flat" cmpd="sng" w="8375">
            <a:solidFill>
              <a:srgbClr val="9BBB59"/>
            </a:solidFill>
            <a:prstDash val="solid"/>
            <a:round/>
            <a:headEnd len="sm" w="sm" type="none"/>
            <a:tailEnd len="sm" w="sm" type="none"/>
          </a:ln>
          <a:effectLst>
            <a:outerShdw blurRad="50096" rotWithShape="0" algn="bl" dir="5400000" dist="16699">
              <a:srgbClr val="000000">
                <a:alpha val="50000"/>
              </a:srgbClr>
            </a:outerShdw>
          </a:effectLst>
        </p:spPr>
        <p:txBody>
          <a:bodyPr anchorCtr="0" anchor="ctr" bIns="80150" lIns="80150" spcFirstLastPara="1" rIns="80150" wrap="square" tIns="801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27"/>
              <a:t>Edit/ Confirm Pantry</a:t>
            </a:r>
            <a:endParaRPr sz="1227"/>
          </a:p>
        </p:txBody>
      </p:sp>
      <p:sp>
        <p:nvSpPr>
          <p:cNvPr id="168" name="Google Shape;168;p16"/>
          <p:cNvSpPr/>
          <p:nvPr/>
        </p:nvSpPr>
        <p:spPr>
          <a:xfrm>
            <a:off x="7276232" y="5287005"/>
            <a:ext cx="937200" cy="1002000"/>
          </a:xfrm>
          <a:prstGeom prst="flowChartConnector">
            <a:avLst/>
          </a:prstGeom>
          <a:solidFill>
            <a:srgbClr val="9BBB59"/>
          </a:solidFill>
          <a:ln cap="flat" cmpd="sng" w="8375">
            <a:solidFill>
              <a:srgbClr val="9BBB59"/>
            </a:solidFill>
            <a:prstDash val="solid"/>
            <a:round/>
            <a:headEnd len="sm" w="sm" type="none"/>
            <a:tailEnd len="sm" w="sm" type="none"/>
          </a:ln>
          <a:effectLst>
            <a:outerShdw blurRad="50096" rotWithShape="0" algn="bl" dir="5400000" dist="16699">
              <a:srgbClr val="000000">
                <a:alpha val="50000"/>
              </a:srgbClr>
            </a:outerShdw>
          </a:effectLst>
        </p:spPr>
        <p:txBody>
          <a:bodyPr anchorCtr="0" anchor="ctr" bIns="80150" lIns="80150" spcFirstLastPara="1" rIns="80150" wrap="square" tIns="801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27"/>
              <a:t>Book Chef</a:t>
            </a:r>
            <a:endParaRPr sz="1227"/>
          </a:p>
        </p:txBody>
      </p:sp>
      <p:sp>
        <p:nvSpPr>
          <p:cNvPr id="169" name="Google Shape;169;p16"/>
          <p:cNvSpPr/>
          <p:nvPr/>
        </p:nvSpPr>
        <p:spPr>
          <a:xfrm>
            <a:off x="1316357" y="6961423"/>
            <a:ext cx="937200" cy="1002000"/>
          </a:xfrm>
          <a:prstGeom prst="flowChartConnector">
            <a:avLst/>
          </a:prstGeom>
          <a:solidFill>
            <a:srgbClr val="9BBB59"/>
          </a:solidFill>
          <a:ln cap="flat" cmpd="sng" w="8375">
            <a:solidFill>
              <a:srgbClr val="9BBB59"/>
            </a:solidFill>
            <a:prstDash val="solid"/>
            <a:round/>
            <a:headEnd len="sm" w="sm" type="none"/>
            <a:tailEnd len="sm" w="sm" type="none"/>
          </a:ln>
          <a:effectLst>
            <a:outerShdw blurRad="50096" rotWithShape="0" algn="bl" dir="5400000" dist="16699">
              <a:srgbClr val="000000">
                <a:alpha val="50000"/>
              </a:srgbClr>
            </a:outerShdw>
          </a:effectLst>
        </p:spPr>
        <p:txBody>
          <a:bodyPr anchorCtr="0" anchor="ctr" bIns="80150" lIns="80150" spcFirstLastPara="1" rIns="80150" wrap="square" tIns="801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27"/>
              <a:t>Leave Review</a:t>
            </a:r>
            <a:endParaRPr sz="1227"/>
          </a:p>
        </p:txBody>
      </p:sp>
      <p:sp>
        <p:nvSpPr>
          <p:cNvPr id="170" name="Google Shape;170;p16"/>
          <p:cNvSpPr/>
          <p:nvPr/>
        </p:nvSpPr>
        <p:spPr>
          <a:xfrm>
            <a:off x="2103345" y="5264650"/>
            <a:ext cx="937200" cy="1002000"/>
          </a:xfrm>
          <a:prstGeom prst="flowChartConnector">
            <a:avLst/>
          </a:prstGeom>
          <a:solidFill>
            <a:srgbClr val="9BBB59"/>
          </a:solidFill>
          <a:ln cap="flat" cmpd="sng" w="8375">
            <a:solidFill>
              <a:srgbClr val="9BBB59"/>
            </a:solidFill>
            <a:prstDash val="solid"/>
            <a:round/>
            <a:headEnd len="sm" w="sm" type="none"/>
            <a:tailEnd len="sm" w="sm" type="none"/>
          </a:ln>
          <a:effectLst>
            <a:outerShdw blurRad="50096" rotWithShape="0" algn="bl" dir="5400000" dist="16699">
              <a:srgbClr val="000000">
                <a:alpha val="50000"/>
              </a:srgbClr>
            </a:outerShdw>
          </a:effectLst>
        </p:spPr>
        <p:txBody>
          <a:bodyPr anchorCtr="0" anchor="ctr" bIns="80150" lIns="80150" spcFirstLastPara="1" rIns="80150" wrap="square" tIns="801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27"/>
              <a:t>Fill in Pantry Profile</a:t>
            </a:r>
            <a:endParaRPr sz="1227"/>
          </a:p>
        </p:txBody>
      </p:sp>
      <p:cxnSp>
        <p:nvCxnSpPr>
          <p:cNvPr id="171" name="Google Shape;171;p16"/>
          <p:cNvCxnSpPr>
            <a:stCxn id="163" idx="6"/>
            <a:endCxn id="170" idx="2"/>
          </p:cNvCxnSpPr>
          <p:nvPr/>
        </p:nvCxnSpPr>
        <p:spPr>
          <a:xfrm>
            <a:off x="1316275" y="5765650"/>
            <a:ext cx="787200" cy="600"/>
          </a:xfrm>
          <a:prstGeom prst="curvedConnector3">
            <a:avLst>
              <a:gd fmla="val 50005" name="adj1"/>
            </a:avLst>
          </a:prstGeom>
          <a:noFill/>
          <a:ln cap="flat" cmpd="sng" w="10450">
            <a:solidFill>
              <a:srgbClr val="1F497D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2" name="Google Shape;172;p16"/>
          <p:cNvCxnSpPr>
            <a:stCxn id="170" idx="6"/>
            <a:endCxn id="164" idx="2"/>
          </p:cNvCxnSpPr>
          <p:nvPr/>
        </p:nvCxnSpPr>
        <p:spPr>
          <a:xfrm>
            <a:off x="3040545" y="5765650"/>
            <a:ext cx="787200" cy="600"/>
          </a:xfrm>
          <a:prstGeom prst="curvedConnector3">
            <a:avLst>
              <a:gd fmla="val 49994" name="adj1"/>
            </a:avLst>
          </a:prstGeom>
          <a:noFill/>
          <a:ln cap="flat" cmpd="sng" w="10450">
            <a:solidFill>
              <a:srgbClr val="1F497D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3" name="Google Shape;173;p16"/>
          <p:cNvCxnSpPr>
            <a:stCxn id="164" idx="6"/>
            <a:endCxn id="165" idx="2"/>
          </p:cNvCxnSpPr>
          <p:nvPr/>
        </p:nvCxnSpPr>
        <p:spPr>
          <a:xfrm>
            <a:off x="4961950" y="5765975"/>
            <a:ext cx="590100" cy="600"/>
          </a:xfrm>
          <a:prstGeom prst="curvedConnector3">
            <a:avLst>
              <a:gd fmla="val 49990" name="adj1"/>
            </a:avLst>
          </a:prstGeom>
          <a:noFill/>
          <a:ln cap="flat" cmpd="sng" w="10450">
            <a:solidFill>
              <a:srgbClr val="1F497D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4" name="Google Shape;174;p16"/>
          <p:cNvCxnSpPr>
            <a:stCxn id="165" idx="6"/>
            <a:endCxn id="168" idx="2"/>
          </p:cNvCxnSpPr>
          <p:nvPr/>
        </p:nvCxnSpPr>
        <p:spPr>
          <a:xfrm>
            <a:off x="6489137" y="5765650"/>
            <a:ext cx="787200" cy="22500"/>
          </a:xfrm>
          <a:prstGeom prst="curvedConnector3">
            <a:avLst>
              <a:gd fmla="val 50007" name="adj1"/>
            </a:avLst>
          </a:prstGeom>
          <a:noFill/>
          <a:ln cap="flat" cmpd="sng" w="10450">
            <a:solidFill>
              <a:srgbClr val="1F497D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5" name="Google Shape;175;p16"/>
          <p:cNvCxnSpPr>
            <a:stCxn id="168" idx="6"/>
            <a:endCxn id="167" idx="6"/>
          </p:cNvCxnSpPr>
          <p:nvPr/>
        </p:nvCxnSpPr>
        <p:spPr>
          <a:xfrm flipH="1">
            <a:off x="7351232" y="5788005"/>
            <a:ext cx="862200" cy="1674300"/>
          </a:xfrm>
          <a:prstGeom prst="curvedConnector3">
            <a:avLst>
              <a:gd fmla="val -28308" name="adj1"/>
            </a:avLst>
          </a:prstGeom>
          <a:noFill/>
          <a:ln cap="flat" cmpd="sng" w="10450">
            <a:solidFill>
              <a:srgbClr val="1F497D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6" name="Google Shape;176;p16"/>
          <p:cNvCxnSpPr>
            <a:stCxn id="166" idx="2"/>
            <a:endCxn id="169" idx="6"/>
          </p:cNvCxnSpPr>
          <p:nvPr/>
        </p:nvCxnSpPr>
        <p:spPr>
          <a:xfrm flipH="1">
            <a:off x="2253595" y="7462423"/>
            <a:ext cx="1611600" cy="600"/>
          </a:xfrm>
          <a:prstGeom prst="curvedConnector3">
            <a:avLst>
              <a:gd fmla="val 49997" name="adj1"/>
            </a:avLst>
          </a:prstGeom>
          <a:noFill/>
          <a:ln cap="flat" cmpd="sng" w="10450">
            <a:solidFill>
              <a:srgbClr val="1F497D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7" name="Google Shape;177;p16"/>
          <p:cNvCxnSpPr>
            <a:stCxn id="167" idx="2"/>
            <a:endCxn id="166" idx="6"/>
          </p:cNvCxnSpPr>
          <p:nvPr/>
        </p:nvCxnSpPr>
        <p:spPr>
          <a:xfrm flipH="1">
            <a:off x="4802420" y="7462423"/>
            <a:ext cx="1611600" cy="600"/>
          </a:xfrm>
          <a:prstGeom prst="curvedConnector3">
            <a:avLst>
              <a:gd fmla="val 49997" name="adj1"/>
            </a:avLst>
          </a:prstGeom>
          <a:noFill/>
          <a:ln cap="flat" cmpd="sng" w="10450">
            <a:solidFill>
              <a:srgbClr val="1F497D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8" name="Google Shape;178;p16"/>
          <p:cNvSpPr txBox="1"/>
          <p:nvPr/>
        </p:nvSpPr>
        <p:spPr>
          <a:xfrm>
            <a:off x="12796175" y="5920400"/>
            <a:ext cx="2223900" cy="8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Alegreya"/>
                <a:ea typeface="Alegreya"/>
                <a:cs typeface="Alegreya"/>
                <a:sym typeface="Alegreya"/>
              </a:rPr>
              <a:t>User to chef</a:t>
            </a:r>
            <a:endParaRPr sz="3200">
              <a:solidFill>
                <a:schemeClr val="dk1"/>
              </a:solidFill>
              <a:latin typeface="Alegreya"/>
              <a:ea typeface="Alegreya"/>
              <a:cs typeface="Alegreya"/>
              <a:sym typeface="Alegrey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EBEB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7"/>
          <p:cNvSpPr/>
          <p:nvPr/>
        </p:nvSpPr>
        <p:spPr>
          <a:xfrm>
            <a:off x="-2057400" y="-1258963"/>
            <a:ext cx="4114800" cy="4114800"/>
          </a:xfrm>
          <a:custGeom>
            <a:rect b="b" l="l" r="r" t="t"/>
            <a:pathLst>
              <a:path extrusionOk="0"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4" name="Google Shape;184;p17"/>
          <p:cNvSpPr/>
          <p:nvPr/>
        </p:nvSpPr>
        <p:spPr>
          <a:xfrm>
            <a:off x="-1702233" y="-903796"/>
            <a:ext cx="3404467" cy="3404467"/>
          </a:xfrm>
          <a:custGeom>
            <a:rect b="b" l="l" r="r" t="t"/>
            <a:pathLst>
              <a:path extrusionOk="0"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5" name="Google Shape;185;p17"/>
          <p:cNvSpPr/>
          <p:nvPr/>
        </p:nvSpPr>
        <p:spPr>
          <a:xfrm>
            <a:off x="16230600" y="7200900"/>
            <a:ext cx="4114800" cy="4114800"/>
          </a:xfrm>
          <a:custGeom>
            <a:rect b="b" l="l" r="r" t="t"/>
            <a:pathLst>
              <a:path extrusionOk="0"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6" name="Google Shape;186;p17"/>
          <p:cNvSpPr/>
          <p:nvPr/>
        </p:nvSpPr>
        <p:spPr>
          <a:xfrm>
            <a:off x="16585767" y="7556067"/>
            <a:ext cx="3404467" cy="3404467"/>
          </a:xfrm>
          <a:custGeom>
            <a:rect b="b" l="l" r="r" t="t"/>
            <a:pathLst>
              <a:path extrusionOk="0"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87" name="Google Shape;187;p17"/>
          <p:cNvGrpSpPr/>
          <p:nvPr/>
        </p:nvGrpSpPr>
        <p:grpSpPr>
          <a:xfrm>
            <a:off x="12319137" y="9258300"/>
            <a:ext cx="3911463" cy="3911463"/>
            <a:chOff x="0" y="0"/>
            <a:chExt cx="812800" cy="812800"/>
          </a:xfrm>
        </p:grpSpPr>
        <p:sp>
          <p:nvSpPr>
            <p:cNvPr id="188" name="Google Shape;188;p17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" name="Google Shape;189;p1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0" name="Google Shape;190;p17"/>
          <p:cNvSpPr/>
          <p:nvPr/>
        </p:nvSpPr>
        <p:spPr>
          <a:xfrm>
            <a:off x="16998733" y="7969033"/>
            <a:ext cx="2578533" cy="2578533"/>
          </a:xfrm>
          <a:custGeom>
            <a:rect b="b" l="l" r="r" t="t"/>
            <a:pathLst>
              <a:path extrusionOk="0" h="2578533" w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1" name="Google Shape;191;p17"/>
          <p:cNvSpPr/>
          <p:nvPr/>
        </p:nvSpPr>
        <p:spPr>
          <a:xfrm>
            <a:off x="-1289267" y="-490830"/>
            <a:ext cx="2578533" cy="2578533"/>
          </a:xfrm>
          <a:custGeom>
            <a:rect b="b" l="l" r="r" t="t"/>
            <a:pathLst>
              <a:path extrusionOk="0" h="2578533" w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92" name="Google Shape;192;p17"/>
          <p:cNvGrpSpPr/>
          <p:nvPr/>
        </p:nvGrpSpPr>
        <p:grpSpPr>
          <a:xfrm>
            <a:off x="2129385" y="-2859528"/>
            <a:ext cx="3911463" cy="3911463"/>
            <a:chOff x="0" y="0"/>
            <a:chExt cx="812800" cy="812800"/>
          </a:xfrm>
        </p:grpSpPr>
        <p:sp>
          <p:nvSpPr>
            <p:cNvPr id="193" name="Google Shape;193;p17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" name="Google Shape;194;p1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5" name="Google Shape;195;p17"/>
          <p:cNvSpPr txBox="1"/>
          <p:nvPr/>
        </p:nvSpPr>
        <p:spPr>
          <a:xfrm>
            <a:off x="4870599" y="1230454"/>
            <a:ext cx="85467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>
                <a:latin typeface="Alegreya Medium"/>
                <a:ea typeface="Alegreya Medium"/>
                <a:cs typeface="Alegreya Medium"/>
                <a:sym typeface="Alegreya Medium"/>
              </a:rPr>
              <a:t>Use case demo 1</a:t>
            </a:r>
            <a:endParaRPr sz="7200">
              <a:latin typeface="Alegreya Medium"/>
              <a:ea typeface="Alegreya Medium"/>
              <a:cs typeface="Alegreya Medium"/>
              <a:sym typeface="Alegreya Medium"/>
            </a:endParaRPr>
          </a:p>
        </p:txBody>
      </p:sp>
      <p:sp>
        <p:nvSpPr>
          <p:cNvPr id="196" name="Google Shape;196;p17"/>
          <p:cNvSpPr/>
          <p:nvPr/>
        </p:nvSpPr>
        <p:spPr>
          <a:xfrm>
            <a:off x="3273600" y="3073125"/>
            <a:ext cx="1358400" cy="1452300"/>
          </a:xfrm>
          <a:prstGeom prst="flowChartConnector">
            <a:avLst/>
          </a:prstGeom>
          <a:solidFill>
            <a:srgbClr val="9BBB59"/>
          </a:solidFill>
          <a:ln cap="flat" cmpd="sng" w="12150">
            <a:solidFill>
              <a:srgbClr val="9BBB59"/>
            </a:solidFill>
            <a:prstDash val="solid"/>
            <a:round/>
            <a:headEnd len="sm" w="sm" type="none"/>
            <a:tailEnd len="sm" w="sm" type="none"/>
          </a:ln>
          <a:effectLst>
            <a:outerShdw blurRad="72606" rotWithShape="0" algn="bl" dir="5400000" dist="24202">
              <a:srgbClr val="000000">
                <a:alpha val="50000"/>
              </a:srgbClr>
            </a:outerShdw>
          </a:effectLst>
        </p:spPr>
        <p:txBody>
          <a:bodyPr anchorCtr="0" anchor="ctr" bIns="116175" lIns="116175" spcFirstLastPara="1" rIns="116175" wrap="square" tIns="116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79"/>
              <a:t>Login / Sign up</a:t>
            </a:r>
            <a:endParaRPr sz="1779"/>
          </a:p>
        </p:txBody>
      </p:sp>
      <p:sp>
        <p:nvSpPr>
          <p:cNvPr id="197" name="Google Shape;197;p17"/>
          <p:cNvSpPr/>
          <p:nvPr/>
        </p:nvSpPr>
        <p:spPr>
          <a:xfrm>
            <a:off x="8271759" y="3073601"/>
            <a:ext cx="1358400" cy="1452300"/>
          </a:xfrm>
          <a:prstGeom prst="flowChartConnector">
            <a:avLst/>
          </a:prstGeom>
          <a:solidFill>
            <a:srgbClr val="9BBB59"/>
          </a:solidFill>
          <a:ln cap="flat" cmpd="sng" w="12150">
            <a:solidFill>
              <a:srgbClr val="9BBB59"/>
            </a:solidFill>
            <a:prstDash val="solid"/>
            <a:round/>
            <a:headEnd len="sm" w="sm" type="none"/>
            <a:tailEnd len="sm" w="sm" type="none"/>
          </a:ln>
          <a:effectLst>
            <a:outerShdw blurRad="72606" rotWithShape="0" algn="bl" dir="5400000" dist="24202">
              <a:srgbClr val="000000">
                <a:alpha val="50000"/>
              </a:srgbClr>
            </a:outerShdw>
          </a:effectLst>
        </p:spPr>
        <p:txBody>
          <a:bodyPr anchorCtr="0" anchor="ctr" bIns="116175" lIns="116175" spcFirstLastPara="1" rIns="116175" wrap="square" tIns="116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79"/>
              <a:t>Browse Chefs</a:t>
            </a:r>
            <a:endParaRPr sz="1779"/>
          </a:p>
        </p:txBody>
      </p:sp>
      <p:sp>
        <p:nvSpPr>
          <p:cNvPr id="198" name="Google Shape;198;p17"/>
          <p:cNvSpPr/>
          <p:nvPr/>
        </p:nvSpPr>
        <p:spPr>
          <a:xfrm>
            <a:off x="10770857" y="3073125"/>
            <a:ext cx="1358400" cy="1452300"/>
          </a:xfrm>
          <a:prstGeom prst="flowChartConnector">
            <a:avLst/>
          </a:prstGeom>
          <a:solidFill>
            <a:srgbClr val="9BBB59"/>
          </a:solidFill>
          <a:ln cap="flat" cmpd="sng" w="12150">
            <a:solidFill>
              <a:srgbClr val="9BBB59"/>
            </a:solidFill>
            <a:prstDash val="solid"/>
            <a:round/>
            <a:headEnd len="sm" w="sm" type="none"/>
            <a:tailEnd len="sm" w="sm" type="none"/>
          </a:ln>
          <a:effectLst>
            <a:outerShdw blurRad="72606" rotWithShape="0" algn="bl" dir="5400000" dist="24202">
              <a:srgbClr val="000000">
                <a:alpha val="50000"/>
              </a:srgbClr>
            </a:outerShdw>
          </a:effectLst>
        </p:spPr>
        <p:txBody>
          <a:bodyPr anchorCtr="0" anchor="ctr" bIns="116175" lIns="116175" spcFirstLastPara="1" rIns="116175" wrap="square" tIns="116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79"/>
              <a:t>Select Date &amp; Time</a:t>
            </a:r>
            <a:endParaRPr sz="1779"/>
          </a:p>
        </p:txBody>
      </p:sp>
      <p:sp>
        <p:nvSpPr>
          <p:cNvPr id="199" name="Google Shape;199;p17"/>
          <p:cNvSpPr/>
          <p:nvPr/>
        </p:nvSpPr>
        <p:spPr>
          <a:xfrm>
            <a:off x="8326188" y="5532333"/>
            <a:ext cx="1358400" cy="1452300"/>
          </a:xfrm>
          <a:prstGeom prst="flowChartConnector">
            <a:avLst/>
          </a:prstGeom>
          <a:solidFill>
            <a:srgbClr val="9BBB59"/>
          </a:solidFill>
          <a:ln cap="flat" cmpd="sng" w="12150">
            <a:solidFill>
              <a:srgbClr val="9BBB59"/>
            </a:solidFill>
            <a:prstDash val="solid"/>
            <a:round/>
            <a:headEnd len="sm" w="sm" type="none"/>
            <a:tailEnd len="sm" w="sm" type="none"/>
          </a:ln>
          <a:effectLst>
            <a:outerShdw blurRad="72606" rotWithShape="0" algn="bl" dir="5400000" dist="24202">
              <a:srgbClr val="000000">
                <a:alpha val="50000"/>
              </a:srgbClr>
            </a:outerShdw>
          </a:effectLst>
        </p:spPr>
        <p:txBody>
          <a:bodyPr anchorCtr="0" anchor="ctr" bIns="116175" lIns="116175" spcFirstLastPara="1" rIns="116175" wrap="square" tIns="116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79"/>
              <a:t>Chef Cooks Meal</a:t>
            </a:r>
            <a:endParaRPr sz="1779"/>
          </a:p>
        </p:txBody>
      </p:sp>
      <p:sp>
        <p:nvSpPr>
          <p:cNvPr id="200" name="Google Shape;200;p17"/>
          <p:cNvSpPr/>
          <p:nvPr/>
        </p:nvSpPr>
        <p:spPr>
          <a:xfrm>
            <a:off x="12020313" y="5532333"/>
            <a:ext cx="1358400" cy="1452300"/>
          </a:xfrm>
          <a:prstGeom prst="flowChartConnector">
            <a:avLst/>
          </a:prstGeom>
          <a:solidFill>
            <a:srgbClr val="9BBB59"/>
          </a:solidFill>
          <a:ln cap="flat" cmpd="sng" w="12150">
            <a:solidFill>
              <a:srgbClr val="9BBB59"/>
            </a:solidFill>
            <a:prstDash val="solid"/>
            <a:round/>
            <a:headEnd len="sm" w="sm" type="none"/>
            <a:tailEnd len="sm" w="sm" type="none"/>
          </a:ln>
          <a:effectLst>
            <a:outerShdw blurRad="72606" rotWithShape="0" algn="bl" dir="5400000" dist="24202">
              <a:srgbClr val="000000">
                <a:alpha val="50000"/>
              </a:srgbClr>
            </a:outerShdw>
          </a:effectLst>
        </p:spPr>
        <p:txBody>
          <a:bodyPr anchorCtr="0" anchor="ctr" bIns="116175" lIns="116175" spcFirstLastPara="1" rIns="116175" wrap="square" tIns="116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79"/>
              <a:t>Edit/ Confirm Pantry</a:t>
            </a:r>
            <a:endParaRPr sz="1779"/>
          </a:p>
        </p:txBody>
      </p:sp>
      <p:sp>
        <p:nvSpPr>
          <p:cNvPr id="201" name="Google Shape;201;p17"/>
          <p:cNvSpPr/>
          <p:nvPr/>
        </p:nvSpPr>
        <p:spPr>
          <a:xfrm>
            <a:off x="13269955" y="3105525"/>
            <a:ext cx="1358400" cy="1452300"/>
          </a:xfrm>
          <a:prstGeom prst="flowChartConnector">
            <a:avLst/>
          </a:prstGeom>
          <a:solidFill>
            <a:srgbClr val="9BBB59"/>
          </a:solidFill>
          <a:ln cap="flat" cmpd="sng" w="12150">
            <a:solidFill>
              <a:srgbClr val="9BBB59"/>
            </a:solidFill>
            <a:prstDash val="solid"/>
            <a:round/>
            <a:headEnd len="sm" w="sm" type="none"/>
            <a:tailEnd len="sm" w="sm" type="none"/>
          </a:ln>
          <a:effectLst>
            <a:outerShdw blurRad="72606" rotWithShape="0" algn="bl" dir="5400000" dist="24202">
              <a:srgbClr val="000000">
                <a:alpha val="50000"/>
              </a:srgbClr>
            </a:outerShdw>
          </a:effectLst>
        </p:spPr>
        <p:txBody>
          <a:bodyPr anchorCtr="0" anchor="ctr" bIns="116175" lIns="116175" spcFirstLastPara="1" rIns="116175" wrap="square" tIns="116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79"/>
              <a:t>Book Chef</a:t>
            </a:r>
            <a:endParaRPr sz="1779"/>
          </a:p>
        </p:txBody>
      </p:sp>
      <p:sp>
        <p:nvSpPr>
          <p:cNvPr id="202" name="Google Shape;202;p17"/>
          <p:cNvSpPr/>
          <p:nvPr/>
        </p:nvSpPr>
        <p:spPr>
          <a:xfrm>
            <a:off x="4632044" y="5532333"/>
            <a:ext cx="1358400" cy="1452300"/>
          </a:xfrm>
          <a:prstGeom prst="flowChartConnector">
            <a:avLst/>
          </a:prstGeom>
          <a:solidFill>
            <a:srgbClr val="9BBB59"/>
          </a:solidFill>
          <a:ln cap="flat" cmpd="sng" w="12150">
            <a:solidFill>
              <a:srgbClr val="9BBB59"/>
            </a:solidFill>
            <a:prstDash val="solid"/>
            <a:round/>
            <a:headEnd len="sm" w="sm" type="none"/>
            <a:tailEnd len="sm" w="sm" type="none"/>
          </a:ln>
          <a:effectLst>
            <a:outerShdw blurRad="72606" rotWithShape="0" algn="bl" dir="5400000" dist="24202">
              <a:srgbClr val="000000">
                <a:alpha val="50000"/>
              </a:srgbClr>
            </a:outerShdw>
          </a:effectLst>
        </p:spPr>
        <p:txBody>
          <a:bodyPr anchorCtr="0" anchor="ctr" bIns="116175" lIns="116175" spcFirstLastPara="1" rIns="116175" wrap="square" tIns="116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79"/>
              <a:t>Leave Review</a:t>
            </a:r>
            <a:endParaRPr sz="1779"/>
          </a:p>
        </p:txBody>
      </p:sp>
      <p:sp>
        <p:nvSpPr>
          <p:cNvPr id="203" name="Google Shape;203;p17"/>
          <p:cNvSpPr/>
          <p:nvPr/>
        </p:nvSpPr>
        <p:spPr>
          <a:xfrm>
            <a:off x="5772661" y="3073125"/>
            <a:ext cx="1358400" cy="1452300"/>
          </a:xfrm>
          <a:prstGeom prst="flowChartConnector">
            <a:avLst/>
          </a:prstGeom>
          <a:solidFill>
            <a:srgbClr val="9BBB59"/>
          </a:solidFill>
          <a:ln cap="flat" cmpd="sng" w="12150">
            <a:solidFill>
              <a:srgbClr val="9BBB59"/>
            </a:solidFill>
            <a:prstDash val="solid"/>
            <a:round/>
            <a:headEnd len="sm" w="sm" type="none"/>
            <a:tailEnd len="sm" w="sm" type="none"/>
          </a:ln>
          <a:effectLst>
            <a:outerShdw blurRad="72606" rotWithShape="0" algn="bl" dir="5400000" dist="24202">
              <a:srgbClr val="000000">
                <a:alpha val="50000"/>
              </a:srgbClr>
            </a:outerShdw>
          </a:effectLst>
        </p:spPr>
        <p:txBody>
          <a:bodyPr anchorCtr="0" anchor="ctr" bIns="116175" lIns="116175" spcFirstLastPara="1" rIns="116175" wrap="square" tIns="116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79"/>
              <a:t>Fill in Pantry Profile</a:t>
            </a:r>
            <a:endParaRPr sz="1779"/>
          </a:p>
        </p:txBody>
      </p:sp>
      <p:cxnSp>
        <p:nvCxnSpPr>
          <p:cNvPr id="204" name="Google Shape;204;p17"/>
          <p:cNvCxnSpPr>
            <a:stCxn id="196" idx="6"/>
            <a:endCxn id="203" idx="2"/>
          </p:cNvCxnSpPr>
          <p:nvPr/>
        </p:nvCxnSpPr>
        <p:spPr>
          <a:xfrm>
            <a:off x="4632000" y="3799275"/>
            <a:ext cx="1140600" cy="600"/>
          </a:xfrm>
          <a:prstGeom prst="curvedConnector3">
            <a:avLst>
              <a:gd fmla="val 49992" name="adj1"/>
            </a:avLst>
          </a:prstGeom>
          <a:noFill/>
          <a:ln cap="flat" cmpd="sng" w="15150">
            <a:solidFill>
              <a:srgbClr val="1F497D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5" name="Google Shape;205;p17"/>
          <p:cNvCxnSpPr>
            <a:stCxn id="203" idx="6"/>
            <a:endCxn id="197" idx="2"/>
          </p:cNvCxnSpPr>
          <p:nvPr/>
        </p:nvCxnSpPr>
        <p:spPr>
          <a:xfrm>
            <a:off x="7131061" y="3799275"/>
            <a:ext cx="1140600" cy="600"/>
          </a:xfrm>
          <a:prstGeom prst="curvedConnector3">
            <a:avLst>
              <a:gd fmla="val 49993" name="adj1"/>
            </a:avLst>
          </a:prstGeom>
          <a:noFill/>
          <a:ln cap="flat" cmpd="sng" w="15150">
            <a:solidFill>
              <a:srgbClr val="1F497D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6" name="Google Shape;206;p17"/>
          <p:cNvCxnSpPr>
            <a:stCxn id="197" idx="6"/>
            <a:endCxn id="198" idx="2"/>
          </p:cNvCxnSpPr>
          <p:nvPr/>
        </p:nvCxnSpPr>
        <p:spPr>
          <a:xfrm>
            <a:off x="9630159" y="3799751"/>
            <a:ext cx="1140600" cy="600"/>
          </a:xfrm>
          <a:prstGeom prst="curvedConnector3">
            <a:avLst>
              <a:gd fmla="val 49993" name="adj1"/>
            </a:avLst>
          </a:prstGeom>
          <a:noFill/>
          <a:ln cap="flat" cmpd="sng" w="15150">
            <a:solidFill>
              <a:srgbClr val="1F497D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7" name="Google Shape;207;p17"/>
          <p:cNvCxnSpPr>
            <a:stCxn id="198" idx="6"/>
            <a:endCxn id="201" idx="2"/>
          </p:cNvCxnSpPr>
          <p:nvPr/>
        </p:nvCxnSpPr>
        <p:spPr>
          <a:xfrm>
            <a:off x="12129257" y="3799275"/>
            <a:ext cx="1140600" cy="32400"/>
          </a:xfrm>
          <a:prstGeom prst="curvedConnector3">
            <a:avLst>
              <a:gd fmla="val 49993" name="adj1"/>
            </a:avLst>
          </a:prstGeom>
          <a:noFill/>
          <a:ln cap="flat" cmpd="sng" w="15150">
            <a:solidFill>
              <a:srgbClr val="1F497D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8" name="Google Shape;208;p17"/>
          <p:cNvCxnSpPr>
            <a:stCxn id="201" idx="6"/>
            <a:endCxn id="200" idx="6"/>
          </p:cNvCxnSpPr>
          <p:nvPr/>
        </p:nvCxnSpPr>
        <p:spPr>
          <a:xfrm flipH="1">
            <a:off x="13378855" y="3831675"/>
            <a:ext cx="1249500" cy="2426700"/>
          </a:xfrm>
          <a:prstGeom prst="curvedConnector3">
            <a:avLst>
              <a:gd fmla="val -27618" name="adj1"/>
            </a:avLst>
          </a:prstGeom>
          <a:noFill/>
          <a:ln cap="flat" cmpd="sng" w="15150">
            <a:solidFill>
              <a:srgbClr val="1F497D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9" name="Google Shape;209;p17"/>
          <p:cNvCxnSpPr>
            <a:stCxn id="199" idx="2"/>
            <a:endCxn id="202" idx="6"/>
          </p:cNvCxnSpPr>
          <p:nvPr/>
        </p:nvCxnSpPr>
        <p:spPr>
          <a:xfrm flipH="1">
            <a:off x="5990388" y="6258483"/>
            <a:ext cx="2335800" cy="600"/>
          </a:xfrm>
          <a:prstGeom prst="curvedConnector3">
            <a:avLst>
              <a:gd fmla="val 50001" name="adj1"/>
            </a:avLst>
          </a:prstGeom>
          <a:noFill/>
          <a:ln cap="flat" cmpd="sng" w="15150">
            <a:solidFill>
              <a:srgbClr val="1F497D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0" name="Google Shape;210;p17"/>
          <p:cNvCxnSpPr>
            <a:stCxn id="200" idx="2"/>
            <a:endCxn id="199" idx="6"/>
          </p:cNvCxnSpPr>
          <p:nvPr/>
        </p:nvCxnSpPr>
        <p:spPr>
          <a:xfrm flipH="1">
            <a:off x="9684513" y="6258483"/>
            <a:ext cx="2335800" cy="600"/>
          </a:xfrm>
          <a:prstGeom prst="curvedConnector3">
            <a:avLst>
              <a:gd fmla="val 50001" name="adj1"/>
            </a:avLst>
          </a:prstGeom>
          <a:noFill/>
          <a:ln cap="flat" cmpd="sng" w="15150">
            <a:solidFill>
              <a:srgbClr val="1F497D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EBEB"/>
        </a:solid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8"/>
          <p:cNvSpPr/>
          <p:nvPr/>
        </p:nvSpPr>
        <p:spPr>
          <a:xfrm>
            <a:off x="-2057400" y="-1258963"/>
            <a:ext cx="4114800" cy="4114800"/>
          </a:xfrm>
          <a:custGeom>
            <a:rect b="b" l="l" r="r" t="t"/>
            <a:pathLst>
              <a:path extrusionOk="0"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6" name="Google Shape;216;p18"/>
          <p:cNvSpPr/>
          <p:nvPr/>
        </p:nvSpPr>
        <p:spPr>
          <a:xfrm>
            <a:off x="-1702233" y="-903796"/>
            <a:ext cx="3404467" cy="3404467"/>
          </a:xfrm>
          <a:custGeom>
            <a:rect b="b" l="l" r="r" t="t"/>
            <a:pathLst>
              <a:path extrusionOk="0"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7" name="Google Shape;217;p18"/>
          <p:cNvSpPr/>
          <p:nvPr/>
        </p:nvSpPr>
        <p:spPr>
          <a:xfrm>
            <a:off x="16230600" y="7200900"/>
            <a:ext cx="4114800" cy="4114800"/>
          </a:xfrm>
          <a:custGeom>
            <a:rect b="b" l="l" r="r" t="t"/>
            <a:pathLst>
              <a:path extrusionOk="0"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8" name="Google Shape;218;p18"/>
          <p:cNvSpPr/>
          <p:nvPr/>
        </p:nvSpPr>
        <p:spPr>
          <a:xfrm>
            <a:off x="16585767" y="7556067"/>
            <a:ext cx="3404467" cy="3404467"/>
          </a:xfrm>
          <a:custGeom>
            <a:rect b="b" l="l" r="r" t="t"/>
            <a:pathLst>
              <a:path extrusionOk="0"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19" name="Google Shape;219;p18"/>
          <p:cNvGrpSpPr/>
          <p:nvPr/>
        </p:nvGrpSpPr>
        <p:grpSpPr>
          <a:xfrm>
            <a:off x="12319137" y="9258300"/>
            <a:ext cx="3911463" cy="3911463"/>
            <a:chOff x="0" y="0"/>
            <a:chExt cx="812800" cy="812800"/>
          </a:xfrm>
        </p:grpSpPr>
        <p:sp>
          <p:nvSpPr>
            <p:cNvPr id="220" name="Google Shape;220;p18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" name="Google Shape;221;p1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2" name="Google Shape;222;p18"/>
          <p:cNvSpPr/>
          <p:nvPr/>
        </p:nvSpPr>
        <p:spPr>
          <a:xfrm>
            <a:off x="16998733" y="7969033"/>
            <a:ext cx="2578533" cy="2578533"/>
          </a:xfrm>
          <a:custGeom>
            <a:rect b="b" l="l" r="r" t="t"/>
            <a:pathLst>
              <a:path extrusionOk="0" h="2578533" w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3" name="Google Shape;223;p18"/>
          <p:cNvSpPr/>
          <p:nvPr/>
        </p:nvSpPr>
        <p:spPr>
          <a:xfrm>
            <a:off x="-1289267" y="-490830"/>
            <a:ext cx="2578533" cy="2578533"/>
          </a:xfrm>
          <a:custGeom>
            <a:rect b="b" l="l" r="r" t="t"/>
            <a:pathLst>
              <a:path extrusionOk="0" h="2578533" w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24" name="Google Shape;224;p18"/>
          <p:cNvGrpSpPr/>
          <p:nvPr/>
        </p:nvGrpSpPr>
        <p:grpSpPr>
          <a:xfrm>
            <a:off x="2129385" y="-2859528"/>
            <a:ext cx="3911463" cy="3911463"/>
            <a:chOff x="0" y="0"/>
            <a:chExt cx="812800" cy="812800"/>
          </a:xfrm>
        </p:grpSpPr>
        <p:sp>
          <p:nvSpPr>
            <p:cNvPr id="225" name="Google Shape;225;p18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" name="Google Shape;226;p1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7" name="Google Shape;227;p18"/>
          <p:cNvSpPr txBox="1"/>
          <p:nvPr/>
        </p:nvSpPr>
        <p:spPr>
          <a:xfrm>
            <a:off x="4870649" y="4206979"/>
            <a:ext cx="85467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0">
                <a:latin typeface="Alegreya Medium"/>
                <a:ea typeface="Alegreya Medium"/>
                <a:cs typeface="Alegreya Medium"/>
                <a:sym typeface="Alegreya Medium"/>
              </a:rPr>
              <a:t>Use Case demo 2</a:t>
            </a:r>
            <a:endParaRPr>
              <a:latin typeface="Alegreya Medium"/>
              <a:ea typeface="Alegreya Medium"/>
              <a:cs typeface="Alegreya Medium"/>
              <a:sym typeface="Alegreya Medium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EBEB"/>
        </a:solidFill>
      </p:bgPr>
    </p:bg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9"/>
          <p:cNvSpPr/>
          <p:nvPr/>
        </p:nvSpPr>
        <p:spPr>
          <a:xfrm>
            <a:off x="-2057400" y="-1258963"/>
            <a:ext cx="4114800" cy="4114800"/>
          </a:xfrm>
          <a:custGeom>
            <a:rect b="b" l="l" r="r" t="t"/>
            <a:pathLst>
              <a:path extrusionOk="0"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3" name="Google Shape;233;p19"/>
          <p:cNvSpPr/>
          <p:nvPr/>
        </p:nvSpPr>
        <p:spPr>
          <a:xfrm>
            <a:off x="-1702233" y="-903796"/>
            <a:ext cx="3404467" cy="3404467"/>
          </a:xfrm>
          <a:custGeom>
            <a:rect b="b" l="l" r="r" t="t"/>
            <a:pathLst>
              <a:path extrusionOk="0"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4" name="Google Shape;234;p19"/>
          <p:cNvSpPr/>
          <p:nvPr/>
        </p:nvSpPr>
        <p:spPr>
          <a:xfrm>
            <a:off x="16230600" y="7200900"/>
            <a:ext cx="4114800" cy="4114800"/>
          </a:xfrm>
          <a:custGeom>
            <a:rect b="b" l="l" r="r" t="t"/>
            <a:pathLst>
              <a:path extrusionOk="0"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5" name="Google Shape;235;p19"/>
          <p:cNvSpPr/>
          <p:nvPr/>
        </p:nvSpPr>
        <p:spPr>
          <a:xfrm>
            <a:off x="16585767" y="7556067"/>
            <a:ext cx="3404467" cy="3404467"/>
          </a:xfrm>
          <a:custGeom>
            <a:rect b="b" l="l" r="r" t="t"/>
            <a:pathLst>
              <a:path extrusionOk="0"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36" name="Google Shape;236;p19"/>
          <p:cNvGrpSpPr/>
          <p:nvPr/>
        </p:nvGrpSpPr>
        <p:grpSpPr>
          <a:xfrm>
            <a:off x="12319137" y="9258300"/>
            <a:ext cx="3911437" cy="3911437"/>
            <a:chOff x="0" y="0"/>
            <a:chExt cx="812800" cy="812800"/>
          </a:xfrm>
        </p:grpSpPr>
        <p:sp>
          <p:nvSpPr>
            <p:cNvPr id="237" name="Google Shape;237;p19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" name="Google Shape;238;p19"/>
            <p:cNvSpPr txBox="1"/>
            <p:nvPr/>
          </p:nvSpPr>
          <p:spPr>
            <a:xfrm>
              <a:off x="76200" y="38100"/>
              <a:ext cx="660300" cy="69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9" name="Google Shape;239;p19"/>
          <p:cNvSpPr/>
          <p:nvPr/>
        </p:nvSpPr>
        <p:spPr>
          <a:xfrm>
            <a:off x="16998733" y="7969033"/>
            <a:ext cx="2578533" cy="2578533"/>
          </a:xfrm>
          <a:custGeom>
            <a:rect b="b" l="l" r="r" t="t"/>
            <a:pathLst>
              <a:path extrusionOk="0" h="2578533" w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0" name="Google Shape;240;p19"/>
          <p:cNvSpPr/>
          <p:nvPr/>
        </p:nvSpPr>
        <p:spPr>
          <a:xfrm>
            <a:off x="-1289267" y="-490830"/>
            <a:ext cx="2578533" cy="2578533"/>
          </a:xfrm>
          <a:custGeom>
            <a:rect b="b" l="l" r="r" t="t"/>
            <a:pathLst>
              <a:path extrusionOk="0" h="2578533" w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41" name="Google Shape;241;p19"/>
          <p:cNvGrpSpPr/>
          <p:nvPr/>
        </p:nvGrpSpPr>
        <p:grpSpPr>
          <a:xfrm>
            <a:off x="2129385" y="-2859528"/>
            <a:ext cx="3911437" cy="3911437"/>
            <a:chOff x="0" y="0"/>
            <a:chExt cx="812800" cy="812800"/>
          </a:xfrm>
        </p:grpSpPr>
        <p:sp>
          <p:nvSpPr>
            <p:cNvPr id="242" name="Google Shape;242;p19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" name="Google Shape;243;p19"/>
            <p:cNvSpPr txBox="1"/>
            <p:nvPr/>
          </p:nvSpPr>
          <p:spPr>
            <a:xfrm>
              <a:off x="76200" y="38100"/>
              <a:ext cx="660300" cy="69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4" name="Google Shape;244;p19"/>
          <p:cNvSpPr txBox="1"/>
          <p:nvPr/>
        </p:nvSpPr>
        <p:spPr>
          <a:xfrm>
            <a:off x="4870649" y="821604"/>
            <a:ext cx="85467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0">
                <a:latin typeface="Alegreya Medium"/>
                <a:ea typeface="Alegreya Medium"/>
                <a:cs typeface="Alegreya Medium"/>
                <a:sym typeface="Alegreya Medium"/>
              </a:rPr>
              <a:t>2NF Diagram</a:t>
            </a:r>
            <a:endParaRPr>
              <a:latin typeface="Alegreya Medium"/>
              <a:ea typeface="Alegreya Medium"/>
              <a:cs typeface="Alegreya Medium"/>
              <a:sym typeface="Alegreya Medium"/>
            </a:endParaRPr>
          </a:p>
        </p:txBody>
      </p:sp>
      <p:pic>
        <p:nvPicPr>
          <p:cNvPr id="245" name="Google Shape;245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81025" y="2321475"/>
            <a:ext cx="14725949" cy="7571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EBEB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0"/>
          <p:cNvSpPr/>
          <p:nvPr/>
        </p:nvSpPr>
        <p:spPr>
          <a:xfrm>
            <a:off x="-2057400" y="-1258963"/>
            <a:ext cx="4114800" cy="4114800"/>
          </a:xfrm>
          <a:custGeom>
            <a:rect b="b" l="l" r="r" t="t"/>
            <a:pathLst>
              <a:path extrusionOk="0"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1" name="Google Shape;251;p20"/>
          <p:cNvSpPr/>
          <p:nvPr/>
        </p:nvSpPr>
        <p:spPr>
          <a:xfrm>
            <a:off x="-1702233" y="-903796"/>
            <a:ext cx="3404467" cy="3404467"/>
          </a:xfrm>
          <a:custGeom>
            <a:rect b="b" l="l" r="r" t="t"/>
            <a:pathLst>
              <a:path extrusionOk="0"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2" name="Google Shape;252;p20"/>
          <p:cNvSpPr/>
          <p:nvPr/>
        </p:nvSpPr>
        <p:spPr>
          <a:xfrm>
            <a:off x="16230600" y="7200900"/>
            <a:ext cx="4114800" cy="4114800"/>
          </a:xfrm>
          <a:custGeom>
            <a:rect b="b" l="l" r="r" t="t"/>
            <a:pathLst>
              <a:path extrusionOk="0"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3" name="Google Shape;253;p20"/>
          <p:cNvSpPr/>
          <p:nvPr/>
        </p:nvSpPr>
        <p:spPr>
          <a:xfrm>
            <a:off x="16585767" y="7556067"/>
            <a:ext cx="3404467" cy="3404467"/>
          </a:xfrm>
          <a:custGeom>
            <a:rect b="b" l="l" r="r" t="t"/>
            <a:pathLst>
              <a:path extrusionOk="0"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54" name="Google Shape;254;p20"/>
          <p:cNvGrpSpPr/>
          <p:nvPr/>
        </p:nvGrpSpPr>
        <p:grpSpPr>
          <a:xfrm>
            <a:off x="12319137" y="9258300"/>
            <a:ext cx="3911463" cy="3911463"/>
            <a:chOff x="0" y="0"/>
            <a:chExt cx="812800" cy="812800"/>
          </a:xfrm>
        </p:grpSpPr>
        <p:sp>
          <p:nvSpPr>
            <p:cNvPr id="255" name="Google Shape;255;p20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" name="Google Shape;256;p2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7" name="Google Shape;257;p20"/>
          <p:cNvSpPr/>
          <p:nvPr/>
        </p:nvSpPr>
        <p:spPr>
          <a:xfrm>
            <a:off x="16998733" y="7969033"/>
            <a:ext cx="2578533" cy="2578533"/>
          </a:xfrm>
          <a:custGeom>
            <a:rect b="b" l="l" r="r" t="t"/>
            <a:pathLst>
              <a:path extrusionOk="0" h="2578533" w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8" name="Google Shape;258;p20"/>
          <p:cNvSpPr/>
          <p:nvPr/>
        </p:nvSpPr>
        <p:spPr>
          <a:xfrm>
            <a:off x="-1289267" y="-490830"/>
            <a:ext cx="2578533" cy="2578533"/>
          </a:xfrm>
          <a:custGeom>
            <a:rect b="b" l="l" r="r" t="t"/>
            <a:pathLst>
              <a:path extrusionOk="0" h="2578533" w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59" name="Google Shape;259;p20"/>
          <p:cNvGrpSpPr/>
          <p:nvPr/>
        </p:nvGrpSpPr>
        <p:grpSpPr>
          <a:xfrm>
            <a:off x="2129385" y="-2859528"/>
            <a:ext cx="3911463" cy="3911463"/>
            <a:chOff x="0" y="0"/>
            <a:chExt cx="812800" cy="812800"/>
          </a:xfrm>
        </p:grpSpPr>
        <p:sp>
          <p:nvSpPr>
            <p:cNvPr id="260" name="Google Shape;260;p20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" name="Google Shape;261;p2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2" name="Google Shape;262;p20"/>
          <p:cNvSpPr txBox="1"/>
          <p:nvPr/>
        </p:nvSpPr>
        <p:spPr>
          <a:xfrm>
            <a:off x="4870649" y="4287654"/>
            <a:ext cx="85467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0">
                <a:latin typeface="Alegreya SemiBold"/>
                <a:ea typeface="Alegreya SemiBold"/>
                <a:cs typeface="Alegreya SemiBold"/>
                <a:sym typeface="Alegreya SemiBold"/>
              </a:rPr>
              <a:t>Revenue Stream 3</a:t>
            </a:r>
            <a:endParaRPr>
              <a:latin typeface="Alegreya SemiBold"/>
              <a:ea typeface="Alegreya SemiBold"/>
              <a:cs typeface="Alegreya SemiBold"/>
              <a:sym typeface="Alegreya SemiBold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EBEB"/>
        </a:solidFill>
      </p:bgPr>
    </p:bg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1"/>
          <p:cNvSpPr/>
          <p:nvPr/>
        </p:nvSpPr>
        <p:spPr>
          <a:xfrm>
            <a:off x="-2057400" y="-1258963"/>
            <a:ext cx="4114800" cy="4114800"/>
          </a:xfrm>
          <a:custGeom>
            <a:rect b="b" l="l" r="r" t="t"/>
            <a:pathLst>
              <a:path extrusionOk="0"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8" name="Google Shape;268;p21"/>
          <p:cNvSpPr/>
          <p:nvPr/>
        </p:nvSpPr>
        <p:spPr>
          <a:xfrm>
            <a:off x="-1702233" y="-903796"/>
            <a:ext cx="3404467" cy="3404467"/>
          </a:xfrm>
          <a:custGeom>
            <a:rect b="b" l="l" r="r" t="t"/>
            <a:pathLst>
              <a:path extrusionOk="0"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9" name="Google Shape;269;p21"/>
          <p:cNvSpPr/>
          <p:nvPr/>
        </p:nvSpPr>
        <p:spPr>
          <a:xfrm>
            <a:off x="16230600" y="7200900"/>
            <a:ext cx="4114800" cy="4114800"/>
          </a:xfrm>
          <a:custGeom>
            <a:rect b="b" l="l" r="r" t="t"/>
            <a:pathLst>
              <a:path extrusionOk="0"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0" name="Google Shape;270;p21"/>
          <p:cNvSpPr/>
          <p:nvPr/>
        </p:nvSpPr>
        <p:spPr>
          <a:xfrm>
            <a:off x="16585767" y="7556067"/>
            <a:ext cx="3404467" cy="3404467"/>
          </a:xfrm>
          <a:custGeom>
            <a:rect b="b" l="l" r="r" t="t"/>
            <a:pathLst>
              <a:path extrusionOk="0"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71" name="Google Shape;271;p21"/>
          <p:cNvGrpSpPr/>
          <p:nvPr/>
        </p:nvGrpSpPr>
        <p:grpSpPr>
          <a:xfrm>
            <a:off x="12319137" y="9258300"/>
            <a:ext cx="3911463" cy="3911463"/>
            <a:chOff x="0" y="0"/>
            <a:chExt cx="812800" cy="812800"/>
          </a:xfrm>
        </p:grpSpPr>
        <p:sp>
          <p:nvSpPr>
            <p:cNvPr id="272" name="Google Shape;272;p21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" name="Google Shape;273;p2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4" name="Google Shape;274;p21"/>
          <p:cNvSpPr/>
          <p:nvPr/>
        </p:nvSpPr>
        <p:spPr>
          <a:xfrm>
            <a:off x="16998733" y="7969033"/>
            <a:ext cx="2578533" cy="2578533"/>
          </a:xfrm>
          <a:custGeom>
            <a:rect b="b" l="l" r="r" t="t"/>
            <a:pathLst>
              <a:path extrusionOk="0" h="2578533" w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5" name="Google Shape;275;p21"/>
          <p:cNvSpPr/>
          <p:nvPr/>
        </p:nvSpPr>
        <p:spPr>
          <a:xfrm>
            <a:off x="-1289267" y="-490830"/>
            <a:ext cx="2578533" cy="2578533"/>
          </a:xfrm>
          <a:custGeom>
            <a:rect b="b" l="l" r="r" t="t"/>
            <a:pathLst>
              <a:path extrusionOk="0" h="2578533" w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76" name="Google Shape;276;p21"/>
          <p:cNvGrpSpPr/>
          <p:nvPr/>
        </p:nvGrpSpPr>
        <p:grpSpPr>
          <a:xfrm>
            <a:off x="2129385" y="-2859528"/>
            <a:ext cx="3911463" cy="3911463"/>
            <a:chOff x="0" y="0"/>
            <a:chExt cx="812800" cy="812800"/>
          </a:xfrm>
        </p:grpSpPr>
        <p:sp>
          <p:nvSpPr>
            <p:cNvPr id="277" name="Google Shape;277;p21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" name="Google Shape;278;p2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9" name="Google Shape;279;p21"/>
          <p:cNvSpPr txBox="1"/>
          <p:nvPr/>
        </p:nvSpPr>
        <p:spPr>
          <a:xfrm>
            <a:off x="2388000" y="1273475"/>
            <a:ext cx="135120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0">
                <a:latin typeface="Proxima Nova"/>
                <a:ea typeface="Proxima Nova"/>
                <a:cs typeface="Proxima Nova"/>
                <a:sym typeface="Proxima Nova"/>
              </a:rPr>
              <a:t>Stored Procedures Demo</a:t>
            </a:r>
            <a:endParaRPr/>
          </a:p>
        </p:txBody>
      </p:sp>
      <p:pic>
        <p:nvPicPr>
          <p:cNvPr id="280" name="Google Shape;280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5475" y="2855825"/>
            <a:ext cx="8066750" cy="64024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" name="Google Shape;281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016800" y="2855825"/>
            <a:ext cx="9137926" cy="6402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EBEB"/>
        </a:solidFill>
      </p:bgPr>
    </p:bg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22"/>
          <p:cNvSpPr/>
          <p:nvPr/>
        </p:nvSpPr>
        <p:spPr>
          <a:xfrm>
            <a:off x="-2057400" y="-1258963"/>
            <a:ext cx="4114800" cy="4114800"/>
          </a:xfrm>
          <a:custGeom>
            <a:rect b="b" l="l" r="r" t="t"/>
            <a:pathLst>
              <a:path extrusionOk="0"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87" name="Google Shape;287;p22"/>
          <p:cNvSpPr/>
          <p:nvPr/>
        </p:nvSpPr>
        <p:spPr>
          <a:xfrm>
            <a:off x="-1702233" y="-903796"/>
            <a:ext cx="3404467" cy="3404467"/>
          </a:xfrm>
          <a:custGeom>
            <a:rect b="b" l="l" r="r" t="t"/>
            <a:pathLst>
              <a:path extrusionOk="0"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88" name="Google Shape;288;p22"/>
          <p:cNvSpPr/>
          <p:nvPr/>
        </p:nvSpPr>
        <p:spPr>
          <a:xfrm>
            <a:off x="16230600" y="7200900"/>
            <a:ext cx="4114800" cy="4114800"/>
          </a:xfrm>
          <a:custGeom>
            <a:rect b="b" l="l" r="r" t="t"/>
            <a:pathLst>
              <a:path extrusionOk="0"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89" name="Google Shape;289;p22"/>
          <p:cNvSpPr/>
          <p:nvPr/>
        </p:nvSpPr>
        <p:spPr>
          <a:xfrm>
            <a:off x="16585767" y="7556067"/>
            <a:ext cx="3404467" cy="3404467"/>
          </a:xfrm>
          <a:custGeom>
            <a:rect b="b" l="l" r="r" t="t"/>
            <a:pathLst>
              <a:path extrusionOk="0"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90" name="Google Shape;290;p22"/>
          <p:cNvGrpSpPr/>
          <p:nvPr/>
        </p:nvGrpSpPr>
        <p:grpSpPr>
          <a:xfrm>
            <a:off x="12319137" y="9258300"/>
            <a:ext cx="3911463" cy="3911463"/>
            <a:chOff x="0" y="0"/>
            <a:chExt cx="812800" cy="812800"/>
          </a:xfrm>
        </p:grpSpPr>
        <p:sp>
          <p:nvSpPr>
            <p:cNvPr id="291" name="Google Shape;291;p22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" name="Google Shape;292;p2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93" name="Google Shape;293;p22"/>
          <p:cNvSpPr/>
          <p:nvPr/>
        </p:nvSpPr>
        <p:spPr>
          <a:xfrm>
            <a:off x="16998733" y="7969033"/>
            <a:ext cx="2578533" cy="2578533"/>
          </a:xfrm>
          <a:custGeom>
            <a:rect b="b" l="l" r="r" t="t"/>
            <a:pathLst>
              <a:path extrusionOk="0" h="2578533" w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94" name="Google Shape;294;p22"/>
          <p:cNvSpPr/>
          <p:nvPr/>
        </p:nvSpPr>
        <p:spPr>
          <a:xfrm>
            <a:off x="-1289267" y="-490830"/>
            <a:ext cx="2578533" cy="2578533"/>
          </a:xfrm>
          <a:custGeom>
            <a:rect b="b" l="l" r="r" t="t"/>
            <a:pathLst>
              <a:path extrusionOk="0" h="2578533" w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95" name="Google Shape;295;p22"/>
          <p:cNvGrpSpPr/>
          <p:nvPr/>
        </p:nvGrpSpPr>
        <p:grpSpPr>
          <a:xfrm>
            <a:off x="2129385" y="-2859528"/>
            <a:ext cx="3911463" cy="3911463"/>
            <a:chOff x="0" y="0"/>
            <a:chExt cx="812800" cy="812800"/>
          </a:xfrm>
        </p:grpSpPr>
        <p:sp>
          <p:nvSpPr>
            <p:cNvPr id="296" name="Google Shape;296;p22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" name="Google Shape;297;p2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98" name="Google Shape;298;p22"/>
          <p:cNvSpPr txBox="1"/>
          <p:nvPr/>
        </p:nvSpPr>
        <p:spPr>
          <a:xfrm>
            <a:off x="5968863" y="1230454"/>
            <a:ext cx="63504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0">
                <a:latin typeface="Proxima Nova"/>
                <a:ea typeface="Proxima Nova"/>
                <a:cs typeface="Proxima Nova"/>
                <a:sym typeface="Proxima Nova"/>
              </a:rPr>
              <a:t>Takeaways</a:t>
            </a:r>
            <a:endParaRPr/>
          </a:p>
        </p:txBody>
      </p:sp>
      <p:grpSp>
        <p:nvGrpSpPr>
          <p:cNvPr id="299" name="Google Shape;299;p22"/>
          <p:cNvGrpSpPr/>
          <p:nvPr/>
        </p:nvGrpSpPr>
        <p:grpSpPr>
          <a:xfrm>
            <a:off x="5825093" y="3921812"/>
            <a:ext cx="1050544" cy="1050544"/>
            <a:chOff x="0" y="0"/>
            <a:chExt cx="812800" cy="812800"/>
          </a:xfrm>
        </p:grpSpPr>
        <p:sp>
          <p:nvSpPr>
            <p:cNvPr id="300" name="Google Shape;300;p22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" name="Google Shape;301;p2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02" name="Google Shape;302;p22"/>
          <p:cNvSpPr/>
          <p:nvPr/>
        </p:nvSpPr>
        <p:spPr>
          <a:xfrm>
            <a:off x="6027616" y="3853135"/>
            <a:ext cx="645538" cy="1000545"/>
          </a:xfrm>
          <a:custGeom>
            <a:rect b="b" l="l" r="r" t="t"/>
            <a:pathLst>
              <a:path extrusionOk="0" h="1000545" w="645538">
                <a:moveTo>
                  <a:pt x="0" y="0"/>
                </a:moveTo>
                <a:lnTo>
                  <a:pt x="645538" y="0"/>
                </a:lnTo>
                <a:lnTo>
                  <a:pt x="645538" y="1000546"/>
                </a:lnTo>
                <a:lnTo>
                  <a:pt x="0" y="100054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03" name="Google Shape;303;p22"/>
          <p:cNvSpPr txBox="1"/>
          <p:nvPr/>
        </p:nvSpPr>
        <p:spPr>
          <a:xfrm>
            <a:off x="7125288" y="3117000"/>
            <a:ext cx="4817400" cy="49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1950" lvl="0" marL="609600" marR="152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Roboto"/>
              <a:buAutoNum type="arabicPeriod"/>
            </a:pPr>
            <a:r>
              <a:rPr b="1" lang="en-US" sz="2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Describe a new technology you used this semester and explain why you found it especially useful or not useful at all 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22"/>
          <p:cNvSpPr txBox="1"/>
          <p:nvPr/>
        </p:nvSpPr>
        <p:spPr>
          <a:xfrm>
            <a:off x="6308413" y="5463300"/>
            <a:ext cx="6154500" cy="27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One technology we hadn't used before was Docker. Docker let us package the entire MySQL environment into a container, so anyone cloning the repo could run one command and have the exact same database running instantly. It removed the 'works on my machine' problem entirely."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22"/>
          <p:cNvSpPr txBox="1"/>
          <p:nvPr/>
        </p:nvSpPr>
        <p:spPr>
          <a:xfrm>
            <a:off x="11027025" y="5202125"/>
            <a:ext cx="5037300" cy="36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EBEB"/>
        </a:solidFill>
      </p:bgPr>
    </p:bg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23"/>
          <p:cNvSpPr/>
          <p:nvPr/>
        </p:nvSpPr>
        <p:spPr>
          <a:xfrm>
            <a:off x="-2057400" y="-1258963"/>
            <a:ext cx="4114800" cy="4114800"/>
          </a:xfrm>
          <a:custGeom>
            <a:rect b="b" l="l" r="r" t="t"/>
            <a:pathLst>
              <a:path extrusionOk="0"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11" name="Google Shape;311;p23"/>
          <p:cNvSpPr/>
          <p:nvPr/>
        </p:nvSpPr>
        <p:spPr>
          <a:xfrm>
            <a:off x="-1702233" y="-903796"/>
            <a:ext cx="3404467" cy="3404467"/>
          </a:xfrm>
          <a:custGeom>
            <a:rect b="b" l="l" r="r" t="t"/>
            <a:pathLst>
              <a:path extrusionOk="0"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12" name="Google Shape;312;p23"/>
          <p:cNvSpPr/>
          <p:nvPr/>
        </p:nvSpPr>
        <p:spPr>
          <a:xfrm>
            <a:off x="16230600" y="7200900"/>
            <a:ext cx="4114800" cy="4114800"/>
          </a:xfrm>
          <a:custGeom>
            <a:rect b="b" l="l" r="r" t="t"/>
            <a:pathLst>
              <a:path extrusionOk="0"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13" name="Google Shape;313;p23"/>
          <p:cNvSpPr/>
          <p:nvPr/>
        </p:nvSpPr>
        <p:spPr>
          <a:xfrm>
            <a:off x="16585767" y="7556067"/>
            <a:ext cx="3404467" cy="3404467"/>
          </a:xfrm>
          <a:custGeom>
            <a:rect b="b" l="l" r="r" t="t"/>
            <a:pathLst>
              <a:path extrusionOk="0"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14" name="Google Shape;314;p23"/>
          <p:cNvGrpSpPr/>
          <p:nvPr/>
        </p:nvGrpSpPr>
        <p:grpSpPr>
          <a:xfrm>
            <a:off x="12319137" y="9258300"/>
            <a:ext cx="3911463" cy="3911463"/>
            <a:chOff x="0" y="0"/>
            <a:chExt cx="812800" cy="812800"/>
          </a:xfrm>
        </p:grpSpPr>
        <p:sp>
          <p:nvSpPr>
            <p:cNvPr id="315" name="Google Shape;315;p23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" name="Google Shape;316;p2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17" name="Google Shape;317;p23"/>
          <p:cNvSpPr/>
          <p:nvPr/>
        </p:nvSpPr>
        <p:spPr>
          <a:xfrm>
            <a:off x="16998733" y="7969033"/>
            <a:ext cx="2578533" cy="2578533"/>
          </a:xfrm>
          <a:custGeom>
            <a:rect b="b" l="l" r="r" t="t"/>
            <a:pathLst>
              <a:path extrusionOk="0" h="2578533" w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18" name="Google Shape;318;p23"/>
          <p:cNvSpPr/>
          <p:nvPr/>
        </p:nvSpPr>
        <p:spPr>
          <a:xfrm>
            <a:off x="-1289267" y="-490830"/>
            <a:ext cx="2578533" cy="2578533"/>
          </a:xfrm>
          <a:custGeom>
            <a:rect b="b" l="l" r="r" t="t"/>
            <a:pathLst>
              <a:path extrusionOk="0" h="2578533" w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19" name="Google Shape;319;p23"/>
          <p:cNvGrpSpPr/>
          <p:nvPr/>
        </p:nvGrpSpPr>
        <p:grpSpPr>
          <a:xfrm>
            <a:off x="2129385" y="-2859528"/>
            <a:ext cx="3911463" cy="3911463"/>
            <a:chOff x="0" y="0"/>
            <a:chExt cx="812800" cy="812800"/>
          </a:xfrm>
        </p:grpSpPr>
        <p:sp>
          <p:nvSpPr>
            <p:cNvPr id="320" name="Google Shape;320;p23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" name="Google Shape;321;p2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22" name="Google Shape;322;p23"/>
          <p:cNvSpPr txBox="1"/>
          <p:nvPr/>
        </p:nvSpPr>
        <p:spPr>
          <a:xfrm>
            <a:off x="4013131" y="3908425"/>
            <a:ext cx="10261800" cy="38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999">
                <a:latin typeface="Proxima Nova"/>
                <a:ea typeface="Proxima Nova"/>
                <a:cs typeface="Proxima Nova"/>
                <a:sym typeface="Proxima Nova"/>
              </a:rPr>
              <a:t>Conclusions</a:t>
            </a:r>
            <a:endParaRPr b="1" sz="12999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ctr">
              <a:lnSpc>
                <a:spcPct val="140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099">
                <a:latin typeface="Proxima Nova"/>
                <a:ea typeface="Proxima Nova"/>
                <a:cs typeface="Proxima Nova"/>
                <a:sym typeface="Proxima Nova"/>
              </a:rPr>
              <a:t>Any questions?</a:t>
            </a:r>
            <a:endParaRPr b="1" sz="7099"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